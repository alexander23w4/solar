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8" r:id="rId3"/>
  </p:sldMasterIdLst>
  <p:notesMasterIdLst>
    <p:notesMasterId r:id="rId5"/>
  </p:notesMasterIdLst>
  <p:handoutMasterIdLst>
    <p:handoutMasterId r:id="rId28"/>
  </p:handoutMasterIdLst>
  <p:sldIdLst>
    <p:sldId id="523" r:id="rId4"/>
    <p:sldId id="597" r:id="rId6"/>
    <p:sldId id="606" r:id="rId7"/>
    <p:sldId id="599" r:id="rId8"/>
    <p:sldId id="607" r:id="rId9"/>
    <p:sldId id="586" r:id="rId10"/>
    <p:sldId id="598" r:id="rId11"/>
    <p:sldId id="602" r:id="rId12"/>
    <p:sldId id="608" r:id="rId13"/>
    <p:sldId id="600" r:id="rId14"/>
    <p:sldId id="609" r:id="rId15"/>
    <p:sldId id="610" r:id="rId16"/>
    <p:sldId id="611" r:id="rId17"/>
    <p:sldId id="612" r:id="rId18"/>
    <p:sldId id="601" r:id="rId19"/>
    <p:sldId id="621" r:id="rId20"/>
    <p:sldId id="622" r:id="rId21"/>
    <p:sldId id="627" r:id="rId22"/>
    <p:sldId id="628" r:id="rId23"/>
    <p:sldId id="626" r:id="rId24"/>
    <p:sldId id="625" r:id="rId25"/>
    <p:sldId id="595" r:id="rId26"/>
    <p:sldId id="629" r:id="rId27"/>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模板封面" id="{BD7EDEDA-3131-7949-8239-8CA971DCFB00}">
          <p14:sldIdLst>
            <p14:sldId id="523"/>
            <p14:sldId id="597"/>
          </p14:sldIdLst>
        </p14:section>
        <p14:section name="内容" id="{226C468B-29B7-0E41-B094-6128C3758932}">
          <p14:sldIdLst>
            <p14:sldId id="606"/>
            <p14:sldId id="599"/>
            <p14:sldId id="607"/>
            <p14:sldId id="586"/>
            <p14:sldId id="598"/>
            <p14:sldId id="602"/>
            <p14:sldId id="608"/>
            <p14:sldId id="600"/>
            <p14:sldId id="609"/>
            <p14:sldId id="610"/>
            <p14:sldId id="611"/>
            <p14:sldId id="612"/>
            <p14:sldId id="601"/>
            <p14:sldId id="621"/>
            <p14:sldId id="622"/>
            <p14:sldId id="627"/>
            <p14:sldId id="628"/>
            <p14:sldId id="626"/>
            <p14:sldId id="625"/>
            <p14:sldId id="595"/>
            <p14:sldId id="629"/>
          </p14:sldIdLst>
        </p14:section>
      </p14:sectionLst>
    </p:ext>
    <p:ext uri="{EFAFB233-063F-42B5-8137-9DF3F51BA10A}">
      <p15:sldGuideLst xmlns:p15="http://schemas.microsoft.com/office/powerpoint/2012/main">
        <p15:guide id="1" orient="horz" pos="2293" userDrawn="1">
          <p15:clr>
            <a:srgbClr val="A4A3A4"/>
          </p15:clr>
        </p15:guide>
        <p15:guide id="2" pos="3843" userDrawn="1">
          <p15:clr>
            <a:srgbClr val="A4A3A4"/>
          </p15:clr>
        </p15:guide>
        <p15:guide id="3" pos="1074" userDrawn="1">
          <p15:clr>
            <a:srgbClr val="A4A3A4"/>
          </p15:clr>
        </p15:guide>
        <p15:guide id="4" pos="6613" userDrawn="1">
          <p15:clr>
            <a:srgbClr val="A4A3A4"/>
          </p15:clr>
        </p15:guide>
        <p15:guide id="5" orient="horz" pos="648" userDrawn="1">
          <p15:clr>
            <a:srgbClr val="A4A3A4"/>
          </p15:clr>
        </p15:guide>
        <p15:guide id="6" orient="horz" pos="729" userDrawn="1">
          <p15:clr>
            <a:srgbClr val="A4A3A4"/>
          </p15:clr>
        </p15:guide>
        <p15:guide id="7" orient="horz" pos="3984" userDrawn="1">
          <p15:clr>
            <a:srgbClr val="A4A3A4"/>
          </p15:clr>
        </p15:guide>
        <p15:guide id="8" orient="horz" pos="37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叶 丁" initials="叶"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B908"/>
    <a:srgbClr val="817222"/>
    <a:srgbClr val="515223"/>
    <a:srgbClr val="4B7D2B"/>
    <a:srgbClr val="FECD54"/>
    <a:srgbClr val="9A8B3D"/>
    <a:srgbClr val="141213"/>
    <a:srgbClr val="D3D1D2"/>
    <a:srgbClr val="565656"/>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59" autoAdjust="0"/>
    <p:restoredTop sz="85165" autoAdjust="0"/>
  </p:normalViewPr>
  <p:slideViewPr>
    <p:cSldViewPr snapToGrid="0" showGuides="1">
      <p:cViewPr varScale="1">
        <p:scale>
          <a:sx n="92" d="100"/>
          <a:sy n="92" d="100"/>
        </p:scale>
        <p:origin x="856" y="192"/>
      </p:cViewPr>
      <p:guideLst>
        <p:guide orient="horz" pos="2293"/>
        <p:guide pos="3843"/>
        <p:guide pos="1074"/>
        <p:guide pos="6613"/>
        <p:guide orient="horz" pos="648"/>
        <p:guide orient="horz" pos="729"/>
        <p:guide orient="horz" pos="3984"/>
        <p:guide orient="horz" pos="3777"/>
      </p:guideLst>
    </p:cSldViewPr>
  </p:slideViewPr>
  <p:outlineViewPr>
    <p:cViewPr>
      <p:scale>
        <a:sx n="33" d="100"/>
        <a:sy n="33" d="100"/>
      </p:scale>
      <p:origin x="0" y="0"/>
    </p:cViewPr>
  </p:outlineViewPr>
  <p:notesTextViewPr>
    <p:cViewPr>
      <p:scale>
        <a:sx n="1" d="1"/>
        <a:sy n="1" d="1"/>
      </p:scale>
      <p:origin x="0" y="0"/>
    </p:cViewPr>
  </p:notesTextViewPr>
  <p:sorterViewPr>
    <p:cViewPr>
      <p:scale>
        <a:sx n="122" d="100"/>
        <a:sy n="122" d="100"/>
      </p:scale>
      <p:origin x="0" y="-1392"/>
    </p:cViewPr>
  </p:sorterViewPr>
  <p:notesViewPr>
    <p:cSldViewPr snapToGrid="0">
      <p:cViewPr varScale="1">
        <p:scale>
          <a:sx n="84" d="100"/>
          <a:sy n="84" d="100"/>
        </p:scale>
        <p:origin x="3960" y="192"/>
      </p:cViewPr>
      <p:guideLst/>
    </p:cSldViewPr>
  </p:notesViewPr>
  <p:gridSpacing cx="46800" cy="468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tags" Target="tags/tag79.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01325C-51CE-41A1-8630-1A52C13085B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7E3C29-C726-4695-AB77-50247DBF3DA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B8505-E7BC-4327-812D-12C5E82484F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1B729-817F-448C-AF52-5327A956947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2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2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20204" pitchFamily="34" charset="0"/>
              <a:buChar char="•"/>
            </a:pPr>
            <a:r>
              <a:rPr lang="zh-CN" altLang="en-US" dirty="0"/>
              <a:t>最后，祝汇报顺利，马到成功！</a:t>
            </a:r>
            <a:endParaRPr lang="en-US" altLang="zh-CN" dirty="0"/>
          </a:p>
          <a:p>
            <a:pPr marL="285750" indent="-285750">
              <a:lnSpc>
                <a:spcPct val="150000"/>
              </a:lnSpc>
              <a:buFont typeface="Arial" panose="020B060402020202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en-US" altLang="zh-CN" dirty="0">
                <a:latin typeface="+mn-ea"/>
                <a:cs typeface="Arial" panose="020B0604020202020204" pitchFamily="34" charset="0"/>
              </a:rPr>
              <a:t>Version:</a:t>
            </a:r>
            <a:r>
              <a:rPr kumimoji="1" lang="zh-CN" altLang="en-US" dirty="0">
                <a:latin typeface="+mn-ea"/>
                <a:cs typeface="Arial" panose="020B0604020202020204" pitchFamily="34" charset="0"/>
              </a:rPr>
              <a:t> </a:t>
            </a:r>
            <a:r>
              <a:rPr kumimoji="1" lang="en-US" altLang="zh-CN" dirty="0">
                <a:latin typeface="+mn-ea"/>
                <a:cs typeface="Arial" panose="020B0604020202020204" pitchFamily="34" charset="0"/>
              </a:rPr>
              <a:t>(2021) v1.5-cn.</a:t>
            </a: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2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2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20204" pitchFamily="34" charset="0"/>
              <a:buChar char="•"/>
            </a:pPr>
            <a:r>
              <a:rPr lang="zh-CN" altLang="en-US" dirty="0"/>
              <a:t>最后，祝汇报顺利，马到成功！</a:t>
            </a:r>
            <a:endParaRPr lang="en-US" altLang="zh-CN" dirty="0"/>
          </a:p>
          <a:p>
            <a:pPr marL="285750" indent="-285750">
              <a:lnSpc>
                <a:spcPct val="150000"/>
              </a:lnSpc>
              <a:buFont typeface="Arial" panose="020B060402020202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en-US" altLang="zh-CN" dirty="0">
                <a:latin typeface="+mn-ea"/>
                <a:cs typeface="Arial" panose="020B0604020202020204" pitchFamily="34" charset="0"/>
              </a:rPr>
              <a:t>Version:</a:t>
            </a:r>
            <a:r>
              <a:rPr kumimoji="1" lang="zh-CN" altLang="en-US" dirty="0">
                <a:latin typeface="+mn-ea"/>
                <a:cs typeface="Arial" panose="020B0604020202020204" pitchFamily="34" charset="0"/>
              </a:rPr>
              <a:t> </a:t>
            </a:r>
            <a:r>
              <a:rPr kumimoji="1" lang="en-US" altLang="zh-CN" dirty="0">
                <a:latin typeface="+mn-ea"/>
                <a:cs typeface="Arial" panose="020B0604020202020204" pitchFamily="34" charset="0"/>
              </a:rPr>
              <a:t>(2021) v1.5-cn.</a:t>
            </a: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2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2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20204" pitchFamily="34" charset="0"/>
              <a:buChar char="•"/>
            </a:pPr>
            <a:r>
              <a:rPr lang="zh-CN" altLang="en-US" dirty="0"/>
              <a:t>最后，祝汇报顺利，马到成功！</a:t>
            </a:r>
            <a:endParaRPr lang="en-US" altLang="zh-CN" dirty="0"/>
          </a:p>
          <a:p>
            <a:pPr marL="285750" indent="-285750">
              <a:lnSpc>
                <a:spcPct val="150000"/>
              </a:lnSpc>
              <a:buFont typeface="Arial" panose="020B060402020202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en-US" altLang="zh-CN" dirty="0">
                <a:latin typeface="+mn-ea"/>
                <a:cs typeface="Arial" panose="020B0604020202020204" pitchFamily="34" charset="0"/>
              </a:rPr>
              <a:t>Version:</a:t>
            </a:r>
            <a:r>
              <a:rPr kumimoji="1" lang="zh-CN" altLang="en-US" dirty="0">
                <a:latin typeface="+mn-ea"/>
                <a:cs typeface="Arial" panose="020B0604020202020204" pitchFamily="34" charset="0"/>
              </a:rPr>
              <a:t> </a:t>
            </a:r>
            <a:r>
              <a:rPr kumimoji="1" lang="en-US" altLang="zh-CN" dirty="0">
                <a:latin typeface="+mn-ea"/>
                <a:cs typeface="Arial" panose="020B0604020202020204" pitchFamily="34" charset="0"/>
              </a:rPr>
              <a:t>(2021) v1.5-cn.</a:t>
            </a: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2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2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20204" pitchFamily="34" charset="0"/>
              <a:buChar char="•"/>
            </a:pPr>
            <a:r>
              <a:rPr lang="zh-CN" altLang="en-US" dirty="0"/>
              <a:t>最后，祝汇报顺利，马到成功！</a:t>
            </a:r>
            <a:endParaRPr lang="en-US" altLang="zh-CN" dirty="0"/>
          </a:p>
          <a:p>
            <a:pPr marL="285750" indent="-285750">
              <a:lnSpc>
                <a:spcPct val="150000"/>
              </a:lnSpc>
              <a:buFont typeface="Arial" panose="020B060402020202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en-US" altLang="zh-CN" dirty="0">
                <a:latin typeface="+mn-ea"/>
                <a:cs typeface="Arial" panose="020B0604020202020204" pitchFamily="34" charset="0"/>
              </a:rPr>
              <a:t>Version:</a:t>
            </a:r>
            <a:r>
              <a:rPr kumimoji="1" lang="zh-CN" altLang="en-US" dirty="0">
                <a:latin typeface="+mn-ea"/>
                <a:cs typeface="Arial" panose="020B0604020202020204" pitchFamily="34" charset="0"/>
              </a:rPr>
              <a:t> </a:t>
            </a:r>
            <a:r>
              <a:rPr kumimoji="1" lang="en-US" altLang="zh-CN" dirty="0">
                <a:latin typeface="+mn-ea"/>
                <a:cs typeface="Arial" panose="020B0604020202020204" pitchFamily="34" charset="0"/>
              </a:rPr>
              <a:t>(2021) v1.5-cn.</a:t>
            </a: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2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2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20204" pitchFamily="34" charset="0"/>
              <a:buChar char="•"/>
            </a:pPr>
            <a:r>
              <a:rPr lang="zh-CN" altLang="en-US" dirty="0"/>
              <a:t>最后，祝汇报顺利，马到成功！</a:t>
            </a:r>
            <a:endParaRPr lang="en-US" altLang="zh-CN" dirty="0"/>
          </a:p>
          <a:p>
            <a:pPr marL="285750" indent="-285750">
              <a:lnSpc>
                <a:spcPct val="150000"/>
              </a:lnSpc>
              <a:buFont typeface="Arial" panose="020B060402020202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en-US" altLang="zh-CN" dirty="0">
                <a:latin typeface="+mn-ea"/>
                <a:cs typeface="Arial" panose="020B0604020202020204" pitchFamily="34" charset="0"/>
              </a:rPr>
              <a:t>Version:</a:t>
            </a:r>
            <a:r>
              <a:rPr kumimoji="1" lang="zh-CN" altLang="en-US" dirty="0">
                <a:latin typeface="+mn-ea"/>
                <a:cs typeface="Arial" panose="020B0604020202020204" pitchFamily="34" charset="0"/>
              </a:rPr>
              <a:t> </a:t>
            </a:r>
            <a:r>
              <a:rPr kumimoji="1" lang="en-US" altLang="zh-CN" dirty="0">
                <a:latin typeface="+mn-ea"/>
                <a:cs typeface="Arial" panose="020B0604020202020204" pitchFamily="34" charset="0"/>
              </a:rPr>
              <a:t>(2021) v1.5-cn.</a:t>
            </a: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2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2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20204" pitchFamily="34" charset="0"/>
              <a:buChar char="•"/>
            </a:pPr>
            <a:r>
              <a:rPr lang="zh-CN" altLang="en-US" dirty="0"/>
              <a:t>最后，祝汇报顺利，马到成功！</a:t>
            </a:r>
            <a:endParaRPr lang="en-US" altLang="zh-CN" dirty="0"/>
          </a:p>
          <a:p>
            <a:pPr marL="285750" indent="-285750">
              <a:lnSpc>
                <a:spcPct val="150000"/>
              </a:lnSpc>
              <a:buFont typeface="Arial" panose="020B060402020202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en-US" altLang="zh-CN" dirty="0">
                <a:latin typeface="+mn-ea"/>
                <a:cs typeface="Arial" panose="020B0604020202020204" pitchFamily="34" charset="0"/>
              </a:rPr>
              <a:t>Version:</a:t>
            </a:r>
            <a:r>
              <a:rPr kumimoji="1" lang="zh-CN" altLang="en-US" dirty="0">
                <a:latin typeface="+mn-ea"/>
                <a:cs typeface="Arial" panose="020B0604020202020204" pitchFamily="34" charset="0"/>
              </a:rPr>
              <a:t> </a:t>
            </a:r>
            <a:r>
              <a:rPr kumimoji="1" lang="en-US" altLang="zh-CN" dirty="0">
                <a:latin typeface="+mn-ea"/>
                <a:cs typeface="Arial" panose="020B0604020202020204" pitchFamily="34" charset="0"/>
              </a:rPr>
              <a:t>(2021) v1.5-cn.</a:t>
            </a: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bg1"/>
              </a:solidFill>
              <a:cs typeface="+mn-ea"/>
              <a:sym typeface="+mn-lt"/>
            </a:endParaRPr>
          </a:p>
        </p:txBody>
      </p:sp>
      <p:sp>
        <p:nvSpPr>
          <p:cNvPr id="86" name="文本框 85"/>
          <p:cNvSpPr txBox="1"/>
          <p:nvPr userDrawn="1"/>
        </p:nvSpPr>
        <p:spPr>
          <a:xfrm>
            <a:off x="5127626" y="543216"/>
            <a:ext cx="1936749" cy="1174168"/>
          </a:xfrm>
          <a:prstGeom prst="rect">
            <a:avLst/>
          </a:prstGeom>
          <a:noFill/>
        </p:spPr>
        <p:txBody>
          <a:bodyPr wrap="none" rtlCol="0">
            <a:spAutoFit/>
          </a:bodyPr>
          <a:lstStyle/>
          <a:p>
            <a:pPr>
              <a:lnSpc>
                <a:spcPct val="130000"/>
              </a:lnSpc>
            </a:pPr>
            <a:r>
              <a:rPr lang="zh-CN" altLang="en-US" sz="6000" dirty="0">
                <a:solidFill>
                  <a:schemeClr val="bg1"/>
                </a:solidFill>
                <a:cs typeface="+mn-ea"/>
                <a:sym typeface="+mn-lt"/>
              </a:rPr>
              <a:t>目 录</a:t>
            </a:r>
            <a:endParaRPr lang="zh-CN" altLang="en-US" sz="6000" dirty="0">
              <a:solidFill>
                <a:schemeClr val="bg1"/>
              </a:solidFill>
              <a:cs typeface="+mn-ea"/>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bg1"/>
              </a:solidFill>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9000"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userDrawn="1"/>
        </p:nvSpPr>
        <p:spPr>
          <a:xfrm>
            <a:off x="5093161" y="3044279"/>
            <a:ext cx="2005677" cy="769441"/>
          </a:xfrm>
          <a:prstGeom prst="rect">
            <a:avLst/>
          </a:prstGeom>
          <a:noFill/>
        </p:spPr>
        <p:txBody>
          <a:bodyPr wrap="none" rtlCol="0">
            <a:spAutoFit/>
          </a:bodyPr>
          <a:lstStyle/>
          <a:p>
            <a:r>
              <a:rPr lang="en-US" altLang="zh-CN" sz="4400" dirty="0">
                <a:solidFill>
                  <a:schemeClr val="bg1"/>
                </a:solidFill>
                <a:latin typeface="Arial" panose="020B0604020202020204" pitchFamily="34" charset="0"/>
                <a:cs typeface="Arial" panose="020B0604020202020204" pitchFamily="34" charset="0"/>
              </a:rPr>
              <a:t>Part 01</a:t>
            </a:r>
            <a:endParaRPr lang="zh-CN" altLang="en-US" sz="4400" dirty="0">
              <a:solidFill>
                <a:schemeClr val="bg1"/>
              </a:solidFill>
              <a:latin typeface="Arial" panose="020B0604020202020204" pitchFamily="34" charset="0"/>
              <a:cs typeface="Arial" panose="020B060402020202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2800">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02</a:t>
            </a:r>
            <a:endParaRPr lang="zh-CN" altLang="en-US" sz="4400" dirty="0">
              <a:solidFill>
                <a:schemeClr val="bg1"/>
              </a:solidFill>
              <a:latin typeface="+mj-lt"/>
              <a:cs typeface="Segoe UI" panose="020B0502040204020203"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a:solidFill>
                  <a:schemeClr val="bg1"/>
                </a:solidFill>
              </a:defRPr>
            </a:lvl1pPr>
            <a:lvl3pPr marL="914400" indent="0">
              <a:buNone/>
              <a:defRPr/>
            </a:lvl3pPr>
          </a:lstStyle>
          <a:p>
            <a:pPr lvl="0"/>
            <a:r>
              <a:rPr lang="zh-CN" altLang="en-US" dirty="0"/>
              <a:t>编辑母版文本样式</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03</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vl2pPr marL="457200" indent="0">
              <a:buNone/>
              <a:defRPr/>
            </a:lvl2pPr>
          </a:lstStyle>
          <a:p>
            <a:pPr lvl="0"/>
            <a:r>
              <a:rPr lang="zh-CN" altLang="en-US" dirty="0"/>
              <a:t>编辑母版文本样式</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04</a:t>
            </a:r>
            <a:endParaRPr lang="zh-CN" altLang="en-US" sz="4400" dirty="0">
              <a:solidFill>
                <a:schemeClr val="bg1"/>
              </a:solidFill>
              <a:latin typeface="+mj-lt"/>
              <a:cs typeface="Segoe UI" panose="020B0502040204020203"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05</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1"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06</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矩形 53"/>
          <p:cNvSpPr/>
          <p:nvPr/>
        </p:nvSpPr>
        <p:spPr>
          <a:xfrm>
            <a:off x="609314" y="1962606"/>
            <a:ext cx="1617246" cy="2932788"/>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730724" y="2258512"/>
            <a:ext cx="1374427" cy="2340976"/>
          </a:xfrm>
          <a:prstGeom prst="rect">
            <a:avLst/>
          </a:prstGeom>
          <a:noFill/>
        </p:spPr>
        <p:txBody>
          <a:bodyPr wrap="square" lIns="0" tIns="0" rIns="0" bIns="0" rtlCol="0" anchor="ctr" anchorCtr="0">
            <a:normAutofit lnSpcReduction="10000"/>
          </a:bodyPr>
          <a:lstStyle/>
          <a:p>
            <a:pPr algn="ctr"/>
            <a:r>
              <a:rPr lang="zh-CN" altLang="en-US" sz="5400" b="1" dirty="0">
                <a:solidFill>
                  <a:schemeClr val="bg1"/>
                </a:solidFill>
                <a:latin typeface="+mj-ea"/>
                <a:ea typeface="+mj-ea"/>
              </a:rPr>
              <a:t>目</a:t>
            </a:r>
            <a:endParaRPr lang="en-US" altLang="zh-CN" sz="5400" b="1" dirty="0">
              <a:solidFill>
                <a:schemeClr val="bg1"/>
              </a:solidFill>
              <a:latin typeface="+mj-ea"/>
              <a:ea typeface="+mj-ea"/>
            </a:endParaRPr>
          </a:p>
          <a:p>
            <a:pPr algn="ctr"/>
            <a:endParaRPr lang="en-US" altLang="zh-CN" sz="5400" b="1" dirty="0">
              <a:solidFill>
                <a:schemeClr val="bg1"/>
              </a:solidFill>
              <a:latin typeface="+mj-ea"/>
              <a:ea typeface="+mj-ea"/>
            </a:endParaRPr>
          </a:p>
          <a:p>
            <a:pPr algn="ctr"/>
            <a:r>
              <a:rPr lang="zh-CN" altLang="en-US" sz="5400" b="1" dirty="0">
                <a:solidFill>
                  <a:schemeClr val="bg1"/>
                </a:solidFill>
                <a:latin typeface="+mj-ea"/>
                <a:ea typeface="+mj-ea"/>
              </a:rPr>
              <a:t>录</a:t>
            </a:r>
            <a:endParaRPr lang="zh-CN" altLang="en-US" sz="4800" b="1" dirty="0">
              <a:solidFill>
                <a:schemeClr val="bg1"/>
              </a:solidFill>
              <a:latin typeface="+mj-ea"/>
              <a:ea typeface="+mj-ea"/>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3"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a:solidFill>
                  <a:schemeClr val="accent1"/>
                </a:solidFill>
              </a:defRPr>
            </a:lvl1pPr>
          </a:lstStyle>
          <a:p>
            <a:pPr lvl="0"/>
            <a:r>
              <a:rPr lang="zh-CN" altLang="en-US" dirty="0"/>
              <a:t>编辑母版文本样式</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15AB8F-1C56-49E9-90C8-78D22B0C1B97}" type="slidenum">
              <a:rPr lang="zh-CN" altLang="en-US" smtClean="0"/>
            </a:fld>
            <a:endParaRPr lang="zh-CN" altLang="en-US"/>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slideLayout" Target="../slideLayouts/slideLayout11.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6" Type="http://schemas.openxmlformats.org/officeDocument/2006/relationships/notesSlide" Target="../notesSlides/notesSlide6.xml"/><Relationship Id="rId25" Type="http://schemas.openxmlformats.org/officeDocument/2006/relationships/slideLayout" Target="../slideLayouts/slideLayout11.xml"/><Relationship Id="rId24" Type="http://schemas.openxmlformats.org/officeDocument/2006/relationships/tags" Target="../tags/tag43.xml"/><Relationship Id="rId23" Type="http://schemas.openxmlformats.org/officeDocument/2006/relationships/tags" Target="../tags/tag42.xml"/><Relationship Id="rId22" Type="http://schemas.openxmlformats.org/officeDocument/2006/relationships/tags" Target="../tags/tag41.xml"/><Relationship Id="rId21" Type="http://schemas.openxmlformats.org/officeDocument/2006/relationships/tags" Target="../tags/tag40.xml"/><Relationship Id="rId20" Type="http://schemas.openxmlformats.org/officeDocument/2006/relationships/tags" Target="../tags/tag39.xml"/><Relationship Id="rId2" Type="http://schemas.openxmlformats.org/officeDocument/2006/relationships/tags" Target="../tags/tag21.xml"/><Relationship Id="rId19" Type="http://schemas.openxmlformats.org/officeDocument/2006/relationships/tags" Target="../tags/tag38.xml"/><Relationship Id="rId18" Type="http://schemas.openxmlformats.org/officeDocument/2006/relationships/tags" Target="../tags/tag37.xml"/><Relationship Id="rId17" Type="http://schemas.openxmlformats.org/officeDocument/2006/relationships/tags" Target="../tags/tag36.xml"/><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50.xml"/><Relationship Id="rId7" Type="http://schemas.openxmlformats.org/officeDocument/2006/relationships/image" Target="../media/image10.png"/><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s>
</file>

<file path=ppt/slides/_rels/slide19.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image" Target="../media/image11.png"/><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3" Type="http://schemas.openxmlformats.org/officeDocument/2006/relationships/slideLayout" Target="../slideLayouts/slideLayout13.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1.xml"/></Relationships>
</file>

<file path=ppt/slides/_rels/slide20.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2" Type="http://schemas.openxmlformats.org/officeDocument/2006/relationships/slideLayout" Target="../slideLayouts/slideLayout13.xml"/><Relationship Id="rId11" Type="http://schemas.openxmlformats.org/officeDocument/2006/relationships/tags" Target="../tags/tag71.xml"/><Relationship Id="rId10" Type="http://schemas.openxmlformats.org/officeDocument/2006/relationships/image" Target="../media/image12.png"/><Relationship Id="rId1" Type="http://schemas.openxmlformats.org/officeDocument/2006/relationships/tags" Target="../tags/tag62.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7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78.xml"/><Relationship Id="rId1" Type="http://schemas.openxmlformats.org/officeDocument/2006/relationships/tags" Target="../tags/tag7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4253894" y="1391526"/>
            <a:ext cx="7021811" cy="2189795"/>
          </a:xfrm>
          <a:prstGeom prst="rect">
            <a:avLst/>
          </a:prstGeom>
        </p:spPr>
        <p:txBody>
          <a:bodyPr lIns="0" rIns="0" anchor="ctr"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en-US" altLang="zh-CN" sz="4800" b="1" dirty="0">
                <a:solidFill>
                  <a:schemeClr val="accent1"/>
                </a:solidFill>
                <a:cs typeface="+mn-ea"/>
                <a:sym typeface="+mn-lt"/>
              </a:rPr>
              <a:t>(--</a:t>
            </a:r>
            <a:r>
              <a:rPr lang="zh-CN" altLang="en-US" sz="4800" b="1" dirty="0">
                <a:solidFill>
                  <a:schemeClr val="accent1"/>
                </a:solidFill>
                <a:cs typeface="+mn-ea"/>
                <a:sym typeface="+mn-lt"/>
              </a:rPr>
              <a:t>项目名称</a:t>
            </a:r>
            <a:r>
              <a:rPr lang="en-US" altLang="zh-CN" sz="4800" b="1" dirty="0">
                <a:solidFill>
                  <a:schemeClr val="accent1"/>
                </a:solidFill>
                <a:cs typeface="+mn-ea"/>
                <a:sym typeface="+mn-lt"/>
              </a:rPr>
              <a:t>--)srtp</a:t>
            </a:r>
            <a:r>
              <a:rPr lang="zh-CN" altLang="en-US" sz="4800" b="1" dirty="0">
                <a:solidFill>
                  <a:schemeClr val="accent1"/>
                </a:solidFill>
                <a:cs typeface="+mn-ea"/>
                <a:sym typeface="+mn-lt"/>
              </a:rPr>
              <a:t>项目</a:t>
            </a:r>
            <a:r>
              <a:rPr lang="zh-CN" altLang="en-US" sz="4800" b="1" dirty="0">
                <a:solidFill>
                  <a:schemeClr val="accent1"/>
                </a:solidFill>
                <a:cs typeface="+mn-ea"/>
                <a:sym typeface="+mn-lt"/>
              </a:rPr>
              <a:t>申报</a:t>
            </a:r>
            <a:endParaRPr lang="zh-CN" altLang="en-US" sz="4800" b="1" dirty="0">
              <a:solidFill>
                <a:schemeClr val="accent1"/>
              </a:solidFill>
              <a:cs typeface="+mn-ea"/>
              <a:sym typeface="+mn-lt"/>
            </a:endParaRPr>
          </a:p>
        </p:txBody>
      </p:sp>
      <p:sp>
        <p:nvSpPr>
          <p:cNvPr id="64" name="矩形 63"/>
          <p:cNvSpPr/>
          <p:nvPr/>
        </p:nvSpPr>
        <p:spPr>
          <a:xfrm>
            <a:off x="8043545" y="4221480"/>
            <a:ext cx="3002915" cy="955040"/>
          </a:xfrm>
          <a:prstGeom prst="rect">
            <a:avLst/>
          </a:prstGeom>
        </p:spPr>
        <p:txBody>
          <a:bodyPr wrap="square" lIns="0" rIns="0">
            <a:noAutofit/>
          </a:bodyPr>
          <a:lstStyle/>
          <a:p>
            <a:pPr algn="r">
              <a:lnSpc>
                <a:spcPct val="130000"/>
              </a:lnSpc>
            </a:pPr>
            <a:r>
              <a:rPr lang="en-US" altLang="zh-CN" sz="2800" dirty="0">
                <a:solidFill>
                  <a:schemeClr val="accent1"/>
                </a:solidFill>
                <a:cs typeface="+mn-ea"/>
                <a:sym typeface="+mn-lt"/>
              </a:rPr>
              <a:t>2025/11/12</a:t>
            </a:r>
            <a:endParaRPr lang="zh-CN" altLang="en-US" sz="2800" dirty="0">
              <a:solidFill>
                <a:schemeClr val="accent1"/>
              </a:solidFill>
              <a:cs typeface="+mn-ea"/>
              <a:sym typeface="+mn-lt"/>
            </a:endParaRPr>
          </a:p>
        </p:txBody>
      </p:sp>
      <p:grpSp>
        <p:nvGrpSpPr>
          <p:cNvPr id="65" name="组合 64"/>
          <p:cNvGrpSpPr/>
          <p:nvPr/>
        </p:nvGrpSpPr>
        <p:grpSpPr>
          <a:xfrm>
            <a:off x="8108492" y="3321243"/>
            <a:ext cx="2063014" cy="650875"/>
            <a:chOff x="4567377" y="3166416"/>
            <a:chExt cx="2063014" cy="650875"/>
          </a:xfrm>
        </p:grpSpPr>
        <p:sp>
          <p:nvSpPr>
            <p:cNvPr id="66" name="文本框 65"/>
            <p:cNvSpPr txBox="1"/>
            <p:nvPr/>
          </p:nvSpPr>
          <p:spPr>
            <a:xfrm>
              <a:off x="4567377" y="3166416"/>
              <a:ext cx="1519187" cy="650875"/>
            </a:xfrm>
            <a:prstGeom prst="rect">
              <a:avLst/>
            </a:prstGeom>
            <a:noFill/>
          </p:spPr>
          <p:txBody>
            <a:bodyPr wrap="square" lIns="0" rIns="0" rtlCol="0">
              <a:spAutoFit/>
            </a:bodyPr>
            <a:lstStyle/>
            <a:p>
              <a:pPr algn="dist">
                <a:lnSpc>
                  <a:spcPct val="130000"/>
                </a:lnSpc>
              </a:pPr>
              <a:r>
                <a:rPr lang="zh-CN" altLang="en-US" sz="2800" dirty="0">
                  <a:solidFill>
                    <a:schemeClr val="accent1"/>
                  </a:solidFill>
                  <a:cs typeface="+mn-ea"/>
                  <a:sym typeface="+mn-lt"/>
                </a:rPr>
                <a:t>汇报人   </a:t>
              </a:r>
              <a:endParaRPr lang="zh-CN" altLang="en-US" sz="2800" dirty="0">
                <a:solidFill>
                  <a:schemeClr val="accent1"/>
                </a:solidFill>
                <a:cs typeface="+mn-ea"/>
                <a:sym typeface="+mn-lt"/>
              </a:endParaRPr>
            </a:p>
          </p:txBody>
        </p:sp>
        <p:sp>
          <p:nvSpPr>
            <p:cNvPr id="68" name="文本框 67"/>
            <p:cNvSpPr txBox="1"/>
            <p:nvPr/>
          </p:nvSpPr>
          <p:spPr>
            <a:xfrm>
              <a:off x="6086652" y="3229448"/>
              <a:ext cx="543739" cy="523220"/>
            </a:xfrm>
            <a:prstGeom prst="rect">
              <a:avLst/>
            </a:prstGeom>
            <a:noFill/>
          </p:spPr>
          <p:txBody>
            <a:bodyPr wrap="none" rtlCol="0">
              <a:spAutoFit/>
            </a:bodyPr>
            <a:lstStyle/>
            <a:p>
              <a:r>
                <a:rPr lang="zh-CN" altLang="en-US" sz="2800" dirty="0">
                  <a:solidFill>
                    <a:schemeClr val="accent1"/>
                  </a:solidFill>
                  <a:cs typeface="+mn-ea"/>
                  <a:sym typeface="+mn-lt"/>
                </a:rPr>
                <a:t>：</a:t>
              </a:r>
              <a:endParaRPr lang="zh-CN" altLang="en-US" sz="2800" dirty="0">
                <a:solidFill>
                  <a:schemeClr val="accent1"/>
                </a:solidFill>
                <a:cs typeface="+mn-ea"/>
                <a:sym typeface="+mn-lt"/>
              </a:endParaRPr>
            </a:p>
          </p:txBody>
        </p:sp>
      </p:grpSp>
      <p:cxnSp>
        <p:nvCxnSpPr>
          <p:cNvPr id="3" name="直接连接符 2"/>
          <p:cNvCxnSpPr/>
          <p:nvPr/>
        </p:nvCxnSpPr>
        <p:spPr>
          <a:xfrm>
            <a:off x="11226555" y="3581400"/>
            <a:ext cx="0" cy="1404000"/>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a:latin typeface="+mn-lt"/>
                <a:ea typeface="+mn-ea"/>
                <a:cs typeface="+mn-ea"/>
                <a:sym typeface="+mn-lt"/>
              </a:rPr>
              <a:t>  </a:t>
            </a:r>
            <a:r>
              <a:rPr lang="zh-CN" altLang="en-US" dirty="0">
                <a:latin typeface="+mn-lt"/>
                <a:ea typeface="+mn-ea"/>
                <a:cs typeface="+mn-ea"/>
                <a:sym typeface="+mn-lt"/>
              </a:rPr>
              <a:t>目录</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文本框 3"/>
          <p:cNvSpPr txBox="1"/>
          <p:nvPr/>
        </p:nvSpPr>
        <p:spPr>
          <a:xfrm rot="5400000">
            <a:off x="10088296" y="893598"/>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5" name="文本框 4"/>
          <p:cNvSpPr txBox="1"/>
          <p:nvPr/>
        </p:nvSpPr>
        <p:spPr>
          <a:xfrm rot="5400000">
            <a:off x="1251940" y="5348154"/>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12" name="文本框 11"/>
          <p:cNvSpPr txBox="1"/>
          <p:nvPr/>
        </p:nvSpPr>
        <p:spPr>
          <a:xfrm rot="10800000">
            <a:off x="10498655" y="4936153"/>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13" name="文本框 12"/>
          <p:cNvSpPr txBox="1"/>
          <p:nvPr/>
        </p:nvSpPr>
        <p:spPr>
          <a:xfrm rot="10800000">
            <a:off x="828297" y="1328995"/>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77" name="图形 75"/>
          <p:cNvSpPr/>
          <p:nvPr>
            <p:custDataLst>
              <p:tags r:id="rId1"/>
            </p:custDataLst>
          </p:nvPr>
        </p:nvSpPr>
        <p:spPr>
          <a:xfrm>
            <a:off x="1450022" y="3491426"/>
            <a:ext cx="1696017" cy="1061087"/>
          </a:xfrm>
          <a:custGeom>
            <a:avLst/>
            <a:gdLst>
              <a:gd name="connsiteX0" fmla="*/ 644938 w 644937"/>
              <a:gd name="connsiteY0" fmla="*/ 0 h 418147"/>
              <a:gd name="connsiteX1" fmla="*/ 63151 w 644937"/>
              <a:gd name="connsiteY1" fmla="*/ 0 h 418147"/>
              <a:gd name="connsiteX2" fmla="*/ 0 w 644937"/>
              <a:gd name="connsiteY2" fmla="*/ 0 h 418147"/>
              <a:gd name="connsiteX3" fmla="*/ 0 w 644937"/>
              <a:gd name="connsiteY3" fmla="*/ 63151 h 418147"/>
              <a:gd name="connsiteX4" fmla="*/ 0 w 644937"/>
              <a:gd name="connsiteY4" fmla="*/ 418148 h 418147"/>
              <a:gd name="connsiteX5" fmla="*/ 63151 w 644937"/>
              <a:gd name="connsiteY5" fmla="*/ 418148 h 418147"/>
              <a:gd name="connsiteX6" fmla="*/ 63151 w 644937"/>
              <a:gd name="connsiteY6" fmla="*/ 63151 h 418147"/>
              <a:gd name="connsiteX7" fmla="*/ 644938 w 644937"/>
              <a:gd name="connsiteY7" fmla="*/ 63151 h 418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937" h="418147">
                <a:moveTo>
                  <a:pt x="644938" y="0"/>
                </a:moveTo>
                <a:lnTo>
                  <a:pt x="63151" y="0"/>
                </a:lnTo>
                <a:lnTo>
                  <a:pt x="0" y="0"/>
                </a:lnTo>
                <a:lnTo>
                  <a:pt x="0" y="63151"/>
                </a:lnTo>
                <a:lnTo>
                  <a:pt x="0" y="418148"/>
                </a:lnTo>
                <a:lnTo>
                  <a:pt x="63151" y="418148"/>
                </a:lnTo>
                <a:lnTo>
                  <a:pt x="63151" y="63151"/>
                </a:lnTo>
                <a:lnTo>
                  <a:pt x="644938" y="63151"/>
                </a:lnTo>
                <a:close/>
              </a:path>
            </a:pathLst>
          </a:custGeom>
          <a:gradFill>
            <a:gsLst>
              <a:gs pos="0">
                <a:schemeClr val="accent1">
                  <a:alpha val="33000"/>
                </a:schemeClr>
              </a:gs>
              <a:gs pos="100000">
                <a:schemeClr val="accent1">
                  <a:alpha val="100000"/>
                </a:schemeClr>
              </a:gs>
            </a:gsLst>
            <a:lin ang="18900000" scaled="0"/>
          </a:gradFill>
          <a:ln w="9525" cap="flat">
            <a:noFill/>
            <a:prstDash val="solid"/>
            <a:miter/>
          </a:ln>
          <a:effectLst>
            <a:outerShdw blurRad="114300" dist="38100" dir="2700000" algn="tl" rotWithShape="0">
              <a:schemeClr val="accent1">
                <a:lumMod val="75000"/>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9pPr>
          </a:lstStyle>
          <a:p>
            <a:endParaRPr lang="zh-CN" altLang="en-US">
              <a:solidFill>
                <a:schemeClr val="tx1"/>
              </a:solidFill>
            </a:endParaRPr>
          </a:p>
        </p:txBody>
      </p:sp>
      <p:sp>
        <p:nvSpPr>
          <p:cNvPr id="6" name="直角三角形 5"/>
          <p:cNvSpPr/>
          <p:nvPr>
            <p:custDataLst>
              <p:tags r:id="rId2"/>
            </p:custDataLst>
          </p:nvPr>
        </p:nvSpPr>
        <p:spPr>
          <a:xfrm flipH="1">
            <a:off x="2804361" y="3073341"/>
            <a:ext cx="327150" cy="327150"/>
          </a:xfrm>
          <a:prstGeom prst="rtTriangle">
            <a:avLst/>
          </a:prstGeom>
          <a:solidFill>
            <a:schemeClr val="tx1">
              <a:lumMod val="50000"/>
              <a:lumOff val="50000"/>
              <a:alpha val="16000"/>
            </a:schemeClr>
          </a:solidFill>
          <a:ln w="12700" cap="flat" cmpd="sng" algn="ctr">
            <a:noFill/>
            <a:prstDash val="solid"/>
            <a:miter lim="800000"/>
          </a:ln>
          <a:effectLst/>
        </p:spPr>
        <p:txBody>
          <a:bodyPr rtlCol="0" anchor="ctr"/>
          <a:lstStyle/>
          <a:p>
            <a:pPr algn="ctr"/>
            <a:endParaRPr lang="zh-CN" altLang="en-US">
              <a:solidFill>
                <a:schemeClr val="lt1"/>
              </a:solidFill>
              <a:latin typeface="Arial" panose="020B0604020202020204" pitchFamily="34" charset="0"/>
              <a:ea typeface="微软雅黑" panose="020B0503020204020204" pitchFamily="34" charset="-122"/>
            </a:endParaRPr>
          </a:p>
        </p:txBody>
      </p:sp>
      <p:sp>
        <p:nvSpPr>
          <p:cNvPr id="8" name="图形 75"/>
          <p:cNvSpPr/>
          <p:nvPr>
            <p:custDataLst>
              <p:tags r:id="rId3"/>
            </p:custDataLst>
          </p:nvPr>
        </p:nvSpPr>
        <p:spPr>
          <a:xfrm>
            <a:off x="3310691" y="3001239"/>
            <a:ext cx="1696017" cy="1061087"/>
          </a:xfrm>
          <a:custGeom>
            <a:avLst/>
            <a:gdLst>
              <a:gd name="connsiteX0" fmla="*/ 644938 w 644937"/>
              <a:gd name="connsiteY0" fmla="*/ 0 h 418147"/>
              <a:gd name="connsiteX1" fmla="*/ 63151 w 644937"/>
              <a:gd name="connsiteY1" fmla="*/ 0 h 418147"/>
              <a:gd name="connsiteX2" fmla="*/ 0 w 644937"/>
              <a:gd name="connsiteY2" fmla="*/ 0 h 418147"/>
              <a:gd name="connsiteX3" fmla="*/ 0 w 644937"/>
              <a:gd name="connsiteY3" fmla="*/ 63151 h 418147"/>
              <a:gd name="connsiteX4" fmla="*/ 0 w 644937"/>
              <a:gd name="connsiteY4" fmla="*/ 418148 h 418147"/>
              <a:gd name="connsiteX5" fmla="*/ 63151 w 644937"/>
              <a:gd name="connsiteY5" fmla="*/ 418148 h 418147"/>
              <a:gd name="connsiteX6" fmla="*/ 63151 w 644937"/>
              <a:gd name="connsiteY6" fmla="*/ 63151 h 418147"/>
              <a:gd name="connsiteX7" fmla="*/ 644938 w 644937"/>
              <a:gd name="connsiteY7" fmla="*/ 63151 h 418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937" h="418147">
                <a:moveTo>
                  <a:pt x="644938" y="0"/>
                </a:moveTo>
                <a:lnTo>
                  <a:pt x="63151" y="0"/>
                </a:lnTo>
                <a:lnTo>
                  <a:pt x="0" y="0"/>
                </a:lnTo>
                <a:lnTo>
                  <a:pt x="0" y="63151"/>
                </a:lnTo>
                <a:lnTo>
                  <a:pt x="0" y="418148"/>
                </a:lnTo>
                <a:lnTo>
                  <a:pt x="63151" y="418148"/>
                </a:lnTo>
                <a:lnTo>
                  <a:pt x="63151" y="63151"/>
                </a:lnTo>
                <a:lnTo>
                  <a:pt x="644938" y="63151"/>
                </a:lnTo>
                <a:close/>
              </a:path>
            </a:pathLst>
          </a:custGeom>
          <a:gradFill>
            <a:gsLst>
              <a:gs pos="0">
                <a:schemeClr val="accent2">
                  <a:alpha val="33000"/>
                </a:schemeClr>
              </a:gs>
              <a:gs pos="100000">
                <a:schemeClr val="accent2">
                  <a:alpha val="100000"/>
                </a:schemeClr>
              </a:gs>
            </a:gsLst>
            <a:lin ang="18900000" scaled="0"/>
          </a:gradFill>
          <a:ln w="9525" cap="flat">
            <a:noFill/>
            <a:prstDash val="solid"/>
            <a:miter/>
          </a:ln>
          <a:effectLst>
            <a:outerShdw blurRad="114300" dist="38100" dir="2700000" algn="tl" rotWithShape="0">
              <a:schemeClr val="accent2">
                <a:lumMod val="75000"/>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9pPr>
          </a:lstStyle>
          <a:p>
            <a:pPr lvl="0" algn="l">
              <a:buClrTx/>
              <a:buSzTx/>
              <a:buFontTx/>
            </a:pPr>
            <a:endParaRPr lang="zh-CN" altLang="en-US">
              <a:solidFill>
                <a:schemeClr val="tx1"/>
              </a:solidFill>
              <a:sym typeface="微软雅黑" panose="020B0503020204020204" pitchFamily="34" charset="-122"/>
            </a:endParaRPr>
          </a:p>
        </p:txBody>
      </p:sp>
      <p:sp>
        <p:nvSpPr>
          <p:cNvPr id="9" name="直角三角形 8"/>
          <p:cNvSpPr/>
          <p:nvPr>
            <p:custDataLst>
              <p:tags r:id="rId4"/>
            </p:custDataLst>
          </p:nvPr>
        </p:nvSpPr>
        <p:spPr>
          <a:xfrm flipH="1">
            <a:off x="4665029" y="2583153"/>
            <a:ext cx="327150" cy="327150"/>
          </a:xfrm>
          <a:prstGeom prst="rtTriangle">
            <a:avLst/>
          </a:prstGeom>
          <a:solidFill>
            <a:schemeClr val="tx1">
              <a:lumMod val="50000"/>
              <a:lumOff val="50000"/>
              <a:alpha val="16000"/>
            </a:scheme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Arial" panose="020B0604020202020204" pitchFamily="34" charset="0"/>
              <a:ea typeface="微软雅黑" panose="020B0503020204020204" pitchFamily="34" charset="-122"/>
              <a:sym typeface="微软雅黑" panose="020B0503020204020204" pitchFamily="34" charset="-122"/>
            </a:endParaRPr>
          </a:p>
        </p:txBody>
      </p:sp>
      <p:sp>
        <p:nvSpPr>
          <p:cNvPr id="10" name="图形 75"/>
          <p:cNvSpPr/>
          <p:nvPr>
            <p:custDataLst>
              <p:tags r:id="rId5"/>
            </p:custDataLst>
          </p:nvPr>
        </p:nvSpPr>
        <p:spPr>
          <a:xfrm>
            <a:off x="5170821" y="2530960"/>
            <a:ext cx="1696017" cy="1061087"/>
          </a:xfrm>
          <a:custGeom>
            <a:avLst/>
            <a:gdLst>
              <a:gd name="connsiteX0" fmla="*/ 644938 w 644937"/>
              <a:gd name="connsiteY0" fmla="*/ 0 h 418147"/>
              <a:gd name="connsiteX1" fmla="*/ 63151 w 644937"/>
              <a:gd name="connsiteY1" fmla="*/ 0 h 418147"/>
              <a:gd name="connsiteX2" fmla="*/ 0 w 644937"/>
              <a:gd name="connsiteY2" fmla="*/ 0 h 418147"/>
              <a:gd name="connsiteX3" fmla="*/ 0 w 644937"/>
              <a:gd name="connsiteY3" fmla="*/ 63151 h 418147"/>
              <a:gd name="connsiteX4" fmla="*/ 0 w 644937"/>
              <a:gd name="connsiteY4" fmla="*/ 418148 h 418147"/>
              <a:gd name="connsiteX5" fmla="*/ 63151 w 644937"/>
              <a:gd name="connsiteY5" fmla="*/ 418148 h 418147"/>
              <a:gd name="connsiteX6" fmla="*/ 63151 w 644937"/>
              <a:gd name="connsiteY6" fmla="*/ 63151 h 418147"/>
              <a:gd name="connsiteX7" fmla="*/ 644938 w 644937"/>
              <a:gd name="connsiteY7" fmla="*/ 63151 h 418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937" h="418147">
                <a:moveTo>
                  <a:pt x="644938" y="0"/>
                </a:moveTo>
                <a:lnTo>
                  <a:pt x="63151" y="0"/>
                </a:lnTo>
                <a:lnTo>
                  <a:pt x="0" y="0"/>
                </a:lnTo>
                <a:lnTo>
                  <a:pt x="0" y="63151"/>
                </a:lnTo>
                <a:lnTo>
                  <a:pt x="0" y="418148"/>
                </a:lnTo>
                <a:lnTo>
                  <a:pt x="63151" y="418148"/>
                </a:lnTo>
                <a:lnTo>
                  <a:pt x="63151" y="63151"/>
                </a:lnTo>
                <a:lnTo>
                  <a:pt x="644938" y="63151"/>
                </a:lnTo>
                <a:close/>
              </a:path>
            </a:pathLst>
          </a:custGeom>
          <a:gradFill>
            <a:gsLst>
              <a:gs pos="0">
                <a:schemeClr val="accent1">
                  <a:alpha val="33000"/>
                </a:schemeClr>
              </a:gs>
              <a:gs pos="100000">
                <a:schemeClr val="accent1">
                  <a:alpha val="100000"/>
                </a:schemeClr>
              </a:gs>
            </a:gsLst>
            <a:lin ang="18900000" scaled="0"/>
          </a:gradFill>
          <a:ln w="9525" cap="flat">
            <a:noFill/>
            <a:prstDash val="solid"/>
            <a:miter/>
          </a:ln>
          <a:effectLst>
            <a:outerShdw blurRad="114300" dist="38100" dir="2700000" algn="tl" rotWithShape="0">
              <a:schemeClr val="accent1">
                <a:lumMod val="75000"/>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9pPr>
          </a:lstStyle>
          <a:p>
            <a:pPr lvl="0" algn="l">
              <a:buClrTx/>
              <a:buSzTx/>
              <a:buFontTx/>
            </a:pPr>
            <a:endParaRPr lang="zh-CN" altLang="en-US">
              <a:solidFill>
                <a:schemeClr val="tx1"/>
              </a:solidFill>
              <a:sym typeface="微软雅黑" panose="020B0503020204020204" pitchFamily="34" charset="-122"/>
            </a:endParaRPr>
          </a:p>
        </p:txBody>
      </p:sp>
      <p:sp>
        <p:nvSpPr>
          <p:cNvPr id="11" name="直角三角形 10"/>
          <p:cNvSpPr/>
          <p:nvPr>
            <p:custDataLst>
              <p:tags r:id="rId6"/>
            </p:custDataLst>
          </p:nvPr>
        </p:nvSpPr>
        <p:spPr>
          <a:xfrm flipH="1">
            <a:off x="6525160" y="2112874"/>
            <a:ext cx="327150" cy="327150"/>
          </a:xfrm>
          <a:prstGeom prst="rtTriangle">
            <a:avLst/>
          </a:prstGeom>
          <a:solidFill>
            <a:schemeClr val="tx1">
              <a:lumMod val="50000"/>
              <a:lumOff val="50000"/>
              <a:alpha val="16000"/>
            </a:scheme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Arial" panose="020B0604020202020204" pitchFamily="34" charset="0"/>
              <a:ea typeface="微软雅黑" panose="020B0503020204020204" pitchFamily="34" charset="-122"/>
              <a:sym typeface="微软雅黑" panose="020B0503020204020204" pitchFamily="34" charset="-122"/>
            </a:endParaRPr>
          </a:p>
        </p:txBody>
      </p:sp>
      <p:sp>
        <p:nvSpPr>
          <p:cNvPr id="14" name="图形 75"/>
          <p:cNvSpPr/>
          <p:nvPr>
            <p:custDataLst>
              <p:tags r:id="rId7"/>
            </p:custDataLst>
          </p:nvPr>
        </p:nvSpPr>
        <p:spPr>
          <a:xfrm>
            <a:off x="7031490" y="2039696"/>
            <a:ext cx="1696017" cy="1061087"/>
          </a:xfrm>
          <a:custGeom>
            <a:avLst/>
            <a:gdLst>
              <a:gd name="connsiteX0" fmla="*/ 644938 w 644937"/>
              <a:gd name="connsiteY0" fmla="*/ 0 h 418147"/>
              <a:gd name="connsiteX1" fmla="*/ 63151 w 644937"/>
              <a:gd name="connsiteY1" fmla="*/ 0 h 418147"/>
              <a:gd name="connsiteX2" fmla="*/ 0 w 644937"/>
              <a:gd name="connsiteY2" fmla="*/ 0 h 418147"/>
              <a:gd name="connsiteX3" fmla="*/ 0 w 644937"/>
              <a:gd name="connsiteY3" fmla="*/ 63151 h 418147"/>
              <a:gd name="connsiteX4" fmla="*/ 0 w 644937"/>
              <a:gd name="connsiteY4" fmla="*/ 418148 h 418147"/>
              <a:gd name="connsiteX5" fmla="*/ 63151 w 644937"/>
              <a:gd name="connsiteY5" fmla="*/ 418148 h 418147"/>
              <a:gd name="connsiteX6" fmla="*/ 63151 w 644937"/>
              <a:gd name="connsiteY6" fmla="*/ 63151 h 418147"/>
              <a:gd name="connsiteX7" fmla="*/ 644938 w 644937"/>
              <a:gd name="connsiteY7" fmla="*/ 63151 h 418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937" h="418147">
                <a:moveTo>
                  <a:pt x="644938" y="0"/>
                </a:moveTo>
                <a:lnTo>
                  <a:pt x="63151" y="0"/>
                </a:lnTo>
                <a:lnTo>
                  <a:pt x="0" y="0"/>
                </a:lnTo>
                <a:lnTo>
                  <a:pt x="0" y="63151"/>
                </a:lnTo>
                <a:lnTo>
                  <a:pt x="0" y="418148"/>
                </a:lnTo>
                <a:lnTo>
                  <a:pt x="63151" y="418148"/>
                </a:lnTo>
                <a:lnTo>
                  <a:pt x="63151" y="63151"/>
                </a:lnTo>
                <a:lnTo>
                  <a:pt x="644938" y="63151"/>
                </a:lnTo>
                <a:close/>
              </a:path>
            </a:pathLst>
          </a:custGeom>
          <a:gradFill>
            <a:gsLst>
              <a:gs pos="0">
                <a:schemeClr val="accent2">
                  <a:alpha val="33000"/>
                </a:schemeClr>
              </a:gs>
              <a:gs pos="100000">
                <a:schemeClr val="accent2">
                  <a:alpha val="100000"/>
                </a:schemeClr>
              </a:gs>
            </a:gsLst>
            <a:lin ang="18900000" scaled="0"/>
          </a:gradFill>
          <a:ln w="9525" cap="flat">
            <a:noFill/>
            <a:prstDash val="solid"/>
            <a:miter/>
          </a:ln>
          <a:effectLst>
            <a:outerShdw blurRad="114300" dist="38100" dir="2700000" algn="tl" rotWithShape="0">
              <a:schemeClr val="accent2">
                <a:lumMod val="75000"/>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9pPr>
          </a:lstStyle>
          <a:p>
            <a:pPr lvl="0" algn="l">
              <a:buClrTx/>
              <a:buSzTx/>
              <a:buFontTx/>
            </a:pPr>
            <a:endParaRPr lang="zh-CN" altLang="en-US">
              <a:solidFill>
                <a:schemeClr val="tx1"/>
              </a:solidFill>
              <a:sym typeface="微软雅黑" panose="020B0503020204020204" pitchFamily="34" charset="-122"/>
            </a:endParaRPr>
          </a:p>
        </p:txBody>
      </p:sp>
      <p:sp>
        <p:nvSpPr>
          <p:cNvPr id="15" name="直角三角形 14"/>
          <p:cNvSpPr/>
          <p:nvPr>
            <p:custDataLst>
              <p:tags r:id="rId8"/>
            </p:custDataLst>
          </p:nvPr>
        </p:nvSpPr>
        <p:spPr>
          <a:xfrm flipH="1">
            <a:off x="8385828" y="1621610"/>
            <a:ext cx="327150" cy="327150"/>
          </a:xfrm>
          <a:prstGeom prst="rtTriangle">
            <a:avLst/>
          </a:prstGeom>
          <a:solidFill>
            <a:schemeClr val="tx1">
              <a:lumMod val="50000"/>
              <a:lumOff val="50000"/>
              <a:alpha val="16000"/>
            </a:scheme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Arial" panose="020B0604020202020204" pitchFamily="34" charset="0"/>
              <a:ea typeface="微软雅黑" panose="020B0503020204020204" pitchFamily="34" charset="-122"/>
              <a:sym typeface="微软雅黑" panose="020B0503020204020204" pitchFamily="34" charset="-122"/>
            </a:endParaRPr>
          </a:p>
        </p:txBody>
      </p:sp>
      <p:sp>
        <p:nvSpPr>
          <p:cNvPr id="16" name="图形 75"/>
          <p:cNvSpPr/>
          <p:nvPr>
            <p:custDataLst>
              <p:tags r:id="rId9"/>
            </p:custDataLst>
          </p:nvPr>
        </p:nvSpPr>
        <p:spPr>
          <a:xfrm>
            <a:off x="8891620" y="1610848"/>
            <a:ext cx="1696017" cy="1061087"/>
          </a:xfrm>
          <a:custGeom>
            <a:avLst/>
            <a:gdLst>
              <a:gd name="connsiteX0" fmla="*/ 644938 w 644937"/>
              <a:gd name="connsiteY0" fmla="*/ 0 h 418147"/>
              <a:gd name="connsiteX1" fmla="*/ 63151 w 644937"/>
              <a:gd name="connsiteY1" fmla="*/ 0 h 418147"/>
              <a:gd name="connsiteX2" fmla="*/ 0 w 644937"/>
              <a:gd name="connsiteY2" fmla="*/ 0 h 418147"/>
              <a:gd name="connsiteX3" fmla="*/ 0 w 644937"/>
              <a:gd name="connsiteY3" fmla="*/ 63151 h 418147"/>
              <a:gd name="connsiteX4" fmla="*/ 0 w 644937"/>
              <a:gd name="connsiteY4" fmla="*/ 418148 h 418147"/>
              <a:gd name="connsiteX5" fmla="*/ 63151 w 644937"/>
              <a:gd name="connsiteY5" fmla="*/ 418148 h 418147"/>
              <a:gd name="connsiteX6" fmla="*/ 63151 w 644937"/>
              <a:gd name="connsiteY6" fmla="*/ 63151 h 418147"/>
              <a:gd name="connsiteX7" fmla="*/ 644938 w 644937"/>
              <a:gd name="connsiteY7" fmla="*/ 63151 h 418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937" h="418147">
                <a:moveTo>
                  <a:pt x="644938" y="0"/>
                </a:moveTo>
                <a:lnTo>
                  <a:pt x="63151" y="0"/>
                </a:lnTo>
                <a:lnTo>
                  <a:pt x="0" y="0"/>
                </a:lnTo>
                <a:lnTo>
                  <a:pt x="0" y="63151"/>
                </a:lnTo>
                <a:lnTo>
                  <a:pt x="0" y="418148"/>
                </a:lnTo>
                <a:lnTo>
                  <a:pt x="63151" y="418148"/>
                </a:lnTo>
                <a:lnTo>
                  <a:pt x="63151" y="63151"/>
                </a:lnTo>
                <a:lnTo>
                  <a:pt x="644938" y="63151"/>
                </a:lnTo>
                <a:close/>
              </a:path>
            </a:pathLst>
          </a:custGeom>
          <a:gradFill>
            <a:gsLst>
              <a:gs pos="0">
                <a:schemeClr val="accent1">
                  <a:alpha val="33000"/>
                </a:schemeClr>
              </a:gs>
              <a:gs pos="100000">
                <a:schemeClr val="accent1">
                  <a:alpha val="100000"/>
                </a:schemeClr>
              </a:gs>
            </a:gsLst>
            <a:lin ang="18900000" scaled="0"/>
          </a:gradFill>
          <a:ln w="9525" cap="flat">
            <a:noFill/>
            <a:prstDash val="solid"/>
            <a:miter/>
          </a:ln>
          <a:effectLst>
            <a:outerShdw blurRad="114300" dist="38100" dir="2700000" algn="tl" rotWithShape="0">
              <a:schemeClr val="accent1">
                <a:lumMod val="75000"/>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chemeClr val="tx1"/>
                </a:solidFill>
                <a:latin typeface="Arial" panose="020B0604020202020204" pitchFamily="34" charset="0"/>
                <a:ea typeface="微软雅黑" panose="020B0503020204020204" pitchFamily="34" charset="-122"/>
                <a:cs typeface="+mn-ea"/>
              </a:defRPr>
            </a:lvl9pPr>
          </a:lstStyle>
          <a:p>
            <a:pPr lvl="0" algn="l">
              <a:buClrTx/>
              <a:buSzTx/>
              <a:buFontTx/>
            </a:pPr>
            <a:endParaRPr lang="zh-CN" altLang="en-US">
              <a:solidFill>
                <a:schemeClr val="tx1"/>
              </a:solidFill>
              <a:sym typeface="微软雅黑" panose="020B0503020204020204" pitchFamily="34" charset="-122"/>
            </a:endParaRPr>
          </a:p>
        </p:txBody>
      </p:sp>
      <p:sp>
        <p:nvSpPr>
          <p:cNvPr id="17" name="矩形 16"/>
          <p:cNvSpPr/>
          <p:nvPr>
            <p:custDataLst>
              <p:tags r:id="rId10"/>
            </p:custDataLst>
          </p:nvPr>
        </p:nvSpPr>
        <p:spPr>
          <a:xfrm>
            <a:off x="1690004" y="4059635"/>
            <a:ext cx="1619072" cy="356745"/>
          </a:xfrm>
          <a:prstGeom prst="rect">
            <a:avLst/>
          </a:prstGeom>
          <a:noFill/>
          <a:ln>
            <a:noFill/>
          </a:ln>
        </p:spPr>
        <p:txBody>
          <a:bodyPr wrap="none" lIns="0" tIns="0" rIns="0" bIns="0" anchor="b" anchorCtr="0">
            <a:normAutofit fontScale="90000" lnSpcReduction="10000"/>
          </a:bodyPr>
          <a:lstStyle/>
          <a:p>
            <a:pPr algn="l">
              <a:spcBef>
                <a:spcPct val="0"/>
              </a:spcBef>
              <a:spcAft>
                <a:spcPct val="0"/>
              </a:spcAft>
            </a:pPr>
            <a:r>
              <a:rPr lang="en-US" altLang="zh-CN" sz="2400" b="1">
                <a:solidFill>
                  <a:schemeClr val="accent1"/>
                </a:solidFill>
                <a:latin typeface="微软雅黑" panose="020B0503020204020204" pitchFamily="34" charset="-122"/>
                <a:cs typeface="微软雅黑" panose="020B0503020204020204" pitchFamily="34" charset="-122"/>
              </a:rPr>
              <a:t>01</a:t>
            </a:r>
            <a:endParaRPr lang="en-US" altLang="zh-CN" sz="2400" b="1">
              <a:solidFill>
                <a:schemeClr val="accent1"/>
              </a:solidFill>
              <a:latin typeface="微软雅黑" panose="020B0503020204020204" pitchFamily="34" charset="-122"/>
              <a:cs typeface="微软雅黑" panose="020B0503020204020204" pitchFamily="34" charset="-122"/>
            </a:endParaRPr>
          </a:p>
        </p:txBody>
      </p:sp>
      <p:sp>
        <p:nvSpPr>
          <p:cNvPr id="18" name="文本框 17"/>
          <p:cNvSpPr txBox="1"/>
          <p:nvPr>
            <p:custDataLst>
              <p:tags r:id="rId11"/>
            </p:custDataLst>
          </p:nvPr>
        </p:nvSpPr>
        <p:spPr>
          <a:xfrm>
            <a:off x="1690004" y="4434136"/>
            <a:ext cx="1620148" cy="310470"/>
          </a:xfrm>
          <a:prstGeom prst="rect">
            <a:avLst/>
          </a:prstGeom>
          <a:noFill/>
        </p:spPr>
        <p:txBody>
          <a:bodyPr wrap="square" lIns="0" tIns="0" rIns="0" bIns="0" rtlCol="0" anchor="b" anchorCtr="0">
            <a:noAutofit/>
          </a:bodyPr>
          <a:lstStyle/>
          <a:p>
            <a:pPr algn="just"/>
            <a:r>
              <a:rPr lang="zh-CN" altLang="en-US" sz="2400" b="1">
                <a:solidFill>
                  <a:schemeClr val="tx1"/>
                </a:solidFill>
              </a:rPr>
              <a:t>项目简述</a:t>
            </a:r>
            <a:endParaRPr lang="zh-CN" altLang="en-US" sz="2400" b="1">
              <a:solidFill>
                <a:schemeClr val="tx1"/>
              </a:solidFill>
            </a:endParaRPr>
          </a:p>
        </p:txBody>
      </p:sp>
      <p:sp>
        <p:nvSpPr>
          <p:cNvPr id="36" name="矩形 35"/>
          <p:cNvSpPr/>
          <p:nvPr>
            <p:custDataLst>
              <p:tags r:id="rId12"/>
            </p:custDataLst>
          </p:nvPr>
        </p:nvSpPr>
        <p:spPr>
          <a:xfrm>
            <a:off x="3550673" y="3585590"/>
            <a:ext cx="1619072" cy="356745"/>
          </a:xfrm>
          <a:prstGeom prst="rect">
            <a:avLst/>
          </a:prstGeom>
          <a:noFill/>
          <a:ln>
            <a:noFill/>
          </a:ln>
        </p:spPr>
        <p:txBody>
          <a:bodyPr wrap="none" lIns="0" tIns="0" rIns="0" bIns="0" anchor="b" anchorCtr="0">
            <a:normAutofit fontScale="90000" lnSpcReduction="10000"/>
          </a:bodyPr>
          <a:lstStyle/>
          <a:p>
            <a:pPr algn="l">
              <a:spcBef>
                <a:spcPct val="0"/>
              </a:spcBef>
              <a:spcAft>
                <a:spcPct val="0"/>
              </a:spcAft>
            </a:pPr>
            <a:r>
              <a:rPr lang="en-US" altLang="zh-CN" sz="2400" b="1">
                <a:solidFill>
                  <a:schemeClr val="accent2"/>
                </a:solidFill>
                <a:latin typeface="微软雅黑" panose="020B0503020204020204" pitchFamily="34" charset="-122"/>
                <a:cs typeface="微软雅黑" panose="020B0503020204020204" pitchFamily="34" charset="-122"/>
              </a:rPr>
              <a:t>02</a:t>
            </a:r>
            <a:endParaRPr lang="en-US" altLang="zh-CN" sz="2400" b="1">
              <a:solidFill>
                <a:schemeClr val="accent2"/>
              </a:solidFill>
              <a:latin typeface="微软雅黑" panose="020B0503020204020204" pitchFamily="34" charset="-122"/>
              <a:cs typeface="微软雅黑" panose="020B0503020204020204" pitchFamily="34" charset="-122"/>
            </a:endParaRPr>
          </a:p>
        </p:txBody>
      </p:sp>
      <p:sp>
        <p:nvSpPr>
          <p:cNvPr id="37" name="文本框 36"/>
          <p:cNvSpPr txBox="1"/>
          <p:nvPr>
            <p:custDataLst>
              <p:tags r:id="rId13"/>
            </p:custDataLst>
          </p:nvPr>
        </p:nvSpPr>
        <p:spPr>
          <a:xfrm>
            <a:off x="3550673" y="3960091"/>
            <a:ext cx="1620148" cy="310470"/>
          </a:xfrm>
          <a:prstGeom prst="rect">
            <a:avLst/>
          </a:prstGeom>
          <a:noFill/>
        </p:spPr>
        <p:txBody>
          <a:bodyPr wrap="square" lIns="0" tIns="0" rIns="0" bIns="0" rtlCol="0" anchor="b" anchorCtr="0">
            <a:noAutofit/>
          </a:bodyPr>
          <a:lstStyle/>
          <a:p>
            <a:pPr algn="just"/>
            <a:r>
              <a:rPr lang="zh-CN" altLang="en-US" sz="2400" b="1">
                <a:solidFill>
                  <a:schemeClr val="tx1"/>
                </a:solidFill>
              </a:rPr>
              <a:t>立项背景</a:t>
            </a:r>
            <a:endParaRPr lang="zh-CN" altLang="en-US" sz="2400" b="1">
              <a:solidFill>
                <a:schemeClr val="tx1"/>
              </a:solidFill>
            </a:endParaRPr>
          </a:p>
        </p:txBody>
      </p:sp>
      <p:sp>
        <p:nvSpPr>
          <p:cNvPr id="39" name="矩形 38"/>
          <p:cNvSpPr/>
          <p:nvPr>
            <p:custDataLst>
              <p:tags r:id="rId14"/>
            </p:custDataLst>
          </p:nvPr>
        </p:nvSpPr>
        <p:spPr>
          <a:xfrm>
            <a:off x="5411341" y="3103473"/>
            <a:ext cx="1619072" cy="356745"/>
          </a:xfrm>
          <a:prstGeom prst="rect">
            <a:avLst/>
          </a:prstGeom>
          <a:noFill/>
          <a:ln>
            <a:noFill/>
          </a:ln>
        </p:spPr>
        <p:txBody>
          <a:bodyPr wrap="none" lIns="0" tIns="0" rIns="0" bIns="0" anchor="b" anchorCtr="0">
            <a:normAutofit fontScale="90000" lnSpcReduction="10000"/>
          </a:bodyPr>
          <a:lstStyle/>
          <a:p>
            <a:pPr algn="l">
              <a:spcBef>
                <a:spcPct val="0"/>
              </a:spcBef>
              <a:spcAft>
                <a:spcPct val="0"/>
              </a:spcAft>
            </a:pPr>
            <a:r>
              <a:rPr lang="en-US" altLang="zh-CN" sz="2400" b="1">
                <a:solidFill>
                  <a:schemeClr val="accent1"/>
                </a:solidFill>
                <a:latin typeface="微软雅黑" panose="020B0503020204020204" pitchFamily="34" charset="-122"/>
                <a:cs typeface="微软雅黑" panose="020B0503020204020204" pitchFamily="34" charset="-122"/>
              </a:rPr>
              <a:t>03</a:t>
            </a:r>
            <a:endParaRPr lang="en-US" altLang="zh-CN" sz="2400" b="1">
              <a:solidFill>
                <a:schemeClr val="accent1"/>
              </a:solidFill>
              <a:latin typeface="微软雅黑" panose="020B0503020204020204" pitchFamily="34" charset="-122"/>
              <a:cs typeface="微软雅黑" panose="020B0503020204020204" pitchFamily="34" charset="-122"/>
            </a:endParaRPr>
          </a:p>
        </p:txBody>
      </p:sp>
      <p:sp>
        <p:nvSpPr>
          <p:cNvPr id="40" name="文本框 39"/>
          <p:cNvSpPr txBox="1"/>
          <p:nvPr>
            <p:custDataLst>
              <p:tags r:id="rId15"/>
            </p:custDataLst>
          </p:nvPr>
        </p:nvSpPr>
        <p:spPr>
          <a:xfrm>
            <a:off x="5412417" y="3749165"/>
            <a:ext cx="1620148" cy="310470"/>
          </a:xfrm>
          <a:prstGeom prst="rect">
            <a:avLst/>
          </a:prstGeom>
          <a:noFill/>
        </p:spPr>
        <p:txBody>
          <a:bodyPr wrap="square" lIns="0" tIns="0" rIns="0" bIns="0" rtlCol="0" anchor="b" anchorCtr="0">
            <a:noAutofit/>
          </a:bodyPr>
          <a:lstStyle/>
          <a:p>
            <a:pPr algn="just"/>
            <a:r>
              <a:rPr lang="zh-CN" altLang="en-US" sz="2400" b="1">
                <a:solidFill>
                  <a:schemeClr val="tx1"/>
                </a:solidFill>
              </a:rPr>
              <a:t>项目的目标及重点</a:t>
            </a:r>
            <a:endParaRPr lang="zh-CN" altLang="en-US" sz="2400" b="1">
              <a:solidFill>
                <a:schemeClr val="tx1"/>
              </a:solidFill>
            </a:endParaRPr>
          </a:p>
        </p:txBody>
      </p:sp>
      <p:sp>
        <p:nvSpPr>
          <p:cNvPr id="42" name="矩形 41"/>
          <p:cNvSpPr/>
          <p:nvPr>
            <p:custDataLst>
              <p:tags r:id="rId16"/>
            </p:custDataLst>
          </p:nvPr>
        </p:nvSpPr>
        <p:spPr>
          <a:xfrm>
            <a:off x="7271472" y="2607367"/>
            <a:ext cx="1619072" cy="356745"/>
          </a:xfrm>
          <a:prstGeom prst="rect">
            <a:avLst/>
          </a:prstGeom>
          <a:noFill/>
          <a:ln>
            <a:noFill/>
          </a:ln>
        </p:spPr>
        <p:txBody>
          <a:bodyPr wrap="none" lIns="0" tIns="0" rIns="0" bIns="0" anchor="b" anchorCtr="0">
            <a:normAutofit fontScale="90000" lnSpcReduction="10000"/>
          </a:bodyPr>
          <a:lstStyle/>
          <a:p>
            <a:pPr algn="l">
              <a:spcBef>
                <a:spcPct val="0"/>
              </a:spcBef>
              <a:spcAft>
                <a:spcPct val="0"/>
              </a:spcAft>
            </a:pPr>
            <a:r>
              <a:rPr lang="en-US" altLang="zh-CN" sz="2400" b="1">
                <a:solidFill>
                  <a:schemeClr val="accent2"/>
                </a:solidFill>
                <a:latin typeface="微软雅黑" panose="020B0503020204020204" pitchFamily="34" charset="-122"/>
                <a:cs typeface="微软雅黑" panose="020B0503020204020204" pitchFamily="34" charset="-122"/>
              </a:rPr>
              <a:t>04</a:t>
            </a:r>
            <a:endParaRPr lang="en-US" altLang="zh-CN" sz="2400" b="1">
              <a:solidFill>
                <a:schemeClr val="accent2"/>
              </a:solidFill>
              <a:latin typeface="微软雅黑" panose="020B0503020204020204" pitchFamily="34" charset="-122"/>
              <a:cs typeface="微软雅黑" panose="020B0503020204020204" pitchFamily="34" charset="-122"/>
            </a:endParaRPr>
          </a:p>
        </p:txBody>
      </p:sp>
      <p:sp>
        <p:nvSpPr>
          <p:cNvPr id="43" name="文本框 42"/>
          <p:cNvSpPr txBox="1"/>
          <p:nvPr>
            <p:custDataLst>
              <p:tags r:id="rId17"/>
            </p:custDataLst>
          </p:nvPr>
        </p:nvSpPr>
        <p:spPr>
          <a:xfrm>
            <a:off x="7271472" y="3275120"/>
            <a:ext cx="1620148" cy="310470"/>
          </a:xfrm>
          <a:prstGeom prst="rect">
            <a:avLst/>
          </a:prstGeom>
          <a:noFill/>
        </p:spPr>
        <p:txBody>
          <a:bodyPr wrap="square" lIns="0" tIns="0" rIns="0" bIns="0" rtlCol="0" anchor="b" anchorCtr="0">
            <a:noAutofit/>
          </a:bodyPr>
          <a:lstStyle/>
          <a:p>
            <a:pPr algn="just"/>
            <a:r>
              <a:rPr lang="zh-CN" altLang="en-US" sz="2400" b="1">
                <a:solidFill>
                  <a:schemeClr val="tx1"/>
                </a:solidFill>
              </a:rPr>
              <a:t>计划流程以及创新</a:t>
            </a:r>
            <a:endParaRPr lang="zh-CN" altLang="en-US" sz="2400" b="1">
              <a:solidFill>
                <a:schemeClr val="tx1"/>
              </a:solidFill>
            </a:endParaRPr>
          </a:p>
        </p:txBody>
      </p:sp>
      <p:sp>
        <p:nvSpPr>
          <p:cNvPr id="45" name="矩形 44"/>
          <p:cNvSpPr/>
          <p:nvPr>
            <p:custDataLst>
              <p:tags r:id="rId18"/>
            </p:custDataLst>
          </p:nvPr>
        </p:nvSpPr>
        <p:spPr>
          <a:xfrm>
            <a:off x="9129450" y="2175829"/>
            <a:ext cx="1619072" cy="356745"/>
          </a:xfrm>
          <a:prstGeom prst="rect">
            <a:avLst/>
          </a:prstGeom>
          <a:noFill/>
          <a:ln>
            <a:noFill/>
          </a:ln>
        </p:spPr>
        <p:txBody>
          <a:bodyPr wrap="none" lIns="0" tIns="0" rIns="0" bIns="0" anchor="b" anchorCtr="0">
            <a:normAutofit fontScale="90000" lnSpcReduction="10000"/>
          </a:bodyPr>
          <a:lstStyle/>
          <a:p>
            <a:pPr algn="l">
              <a:spcBef>
                <a:spcPct val="0"/>
              </a:spcBef>
              <a:spcAft>
                <a:spcPct val="0"/>
              </a:spcAft>
            </a:pPr>
            <a:r>
              <a:rPr lang="en-US" altLang="zh-CN" sz="2400" b="1">
                <a:solidFill>
                  <a:schemeClr val="accent1"/>
                </a:solidFill>
                <a:latin typeface="微软雅黑" panose="020B0503020204020204" pitchFamily="34" charset="-122"/>
                <a:cs typeface="微软雅黑" panose="020B0503020204020204" pitchFamily="34" charset="-122"/>
              </a:rPr>
              <a:t>05</a:t>
            </a:r>
            <a:endParaRPr lang="en-US" altLang="zh-CN" sz="2400" b="1">
              <a:solidFill>
                <a:schemeClr val="accent1"/>
              </a:solidFill>
              <a:latin typeface="微软雅黑" panose="020B0503020204020204" pitchFamily="34" charset="-122"/>
              <a:cs typeface="微软雅黑" panose="020B0503020204020204" pitchFamily="34" charset="-122"/>
            </a:endParaRPr>
          </a:p>
        </p:txBody>
      </p:sp>
      <p:sp>
        <p:nvSpPr>
          <p:cNvPr id="46" name="文本框 45"/>
          <p:cNvSpPr txBox="1"/>
          <p:nvPr>
            <p:custDataLst>
              <p:tags r:id="rId19"/>
            </p:custDataLst>
          </p:nvPr>
        </p:nvSpPr>
        <p:spPr>
          <a:xfrm>
            <a:off x="9129450" y="2549792"/>
            <a:ext cx="1620148" cy="310470"/>
          </a:xfrm>
          <a:prstGeom prst="rect">
            <a:avLst/>
          </a:prstGeom>
          <a:noFill/>
        </p:spPr>
        <p:txBody>
          <a:bodyPr wrap="square" lIns="0" tIns="0" rIns="0" bIns="0" rtlCol="0" anchor="b" anchorCtr="0">
            <a:noAutofit/>
          </a:bodyPr>
          <a:lstStyle/>
          <a:p>
            <a:pPr algn="just"/>
            <a:r>
              <a:rPr lang="zh-CN" altLang="en-US" sz="2400" b="1">
                <a:solidFill>
                  <a:schemeClr val="tx1"/>
                </a:solidFill>
              </a:rPr>
              <a:t>现有进程</a:t>
            </a:r>
            <a:endParaRPr lang="zh-CN" altLang="en-US" sz="2400" b="1">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4253894" y="1321041"/>
            <a:ext cx="7021811"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6000" b="1" dirty="0">
                <a:solidFill>
                  <a:schemeClr val="accent1"/>
                </a:solidFill>
                <a:cs typeface="+mn-ea"/>
                <a:sym typeface="+mn-lt"/>
              </a:rPr>
              <a:t>项目简述</a:t>
            </a:r>
            <a:endParaRPr lang="zh-CN" altLang="en-US" sz="6000" b="1" dirty="0">
              <a:solidFill>
                <a:schemeClr val="accent1"/>
              </a:solidFill>
              <a:cs typeface="+mn-ea"/>
              <a:sym typeface="+mn-lt"/>
            </a:endParaRPr>
          </a:p>
        </p:txBody>
      </p:sp>
      <p:sp>
        <p:nvSpPr>
          <p:cNvPr id="64" name="矩形 63"/>
          <p:cNvSpPr/>
          <p:nvPr/>
        </p:nvSpPr>
        <p:spPr>
          <a:xfrm>
            <a:off x="8043545" y="4221480"/>
            <a:ext cx="3002915" cy="955040"/>
          </a:xfrm>
          <a:prstGeom prst="rect">
            <a:avLst/>
          </a:prstGeom>
        </p:spPr>
        <p:txBody>
          <a:bodyPr wrap="square" lIns="0" rIns="0">
            <a:noAutofit/>
          </a:bodyPr>
          <a:lstStyle/>
          <a:p>
            <a:pPr algn="r">
              <a:lnSpc>
                <a:spcPct val="130000"/>
              </a:lnSpc>
            </a:pPr>
            <a:endParaRPr lang="zh-CN" altLang="en-US" sz="2800" dirty="0">
              <a:solidFill>
                <a:schemeClr val="accent1"/>
              </a:solidFill>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项目</a:t>
            </a:r>
            <a:r>
              <a:rPr lang="zh-CN" altLang="en-US" dirty="0">
                <a:latin typeface="+mn-lt"/>
                <a:ea typeface="+mn-ea"/>
                <a:cs typeface="+mn-ea"/>
                <a:sym typeface="+mn-lt"/>
              </a:rPr>
              <a:t>简述</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文本框 3"/>
          <p:cNvSpPr txBox="1"/>
          <p:nvPr/>
        </p:nvSpPr>
        <p:spPr>
          <a:xfrm rot="5400000">
            <a:off x="10088296" y="893598"/>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5" name="文本框 4"/>
          <p:cNvSpPr txBox="1"/>
          <p:nvPr/>
        </p:nvSpPr>
        <p:spPr>
          <a:xfrm rot="5400000">
            <a:off x="1251940" y="5348154"/>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6" name="矩形 5"/>
          <p:cNvSpPr/>
          <p:nvPr/>
        </p:nvSpPr>
        <p:spPr>
          <a:xfrm>
            <a:off x="1835937" y="1854329"/>
            <a:ext cx="8531556" cy="3729518"/>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normAutofit lnSpcReduction="10000"/>
          </a:bodyPr>
          <a:lstStyle/>
          <a:p>
            <a:pPr algn="l">
              <a:lnSpc>
                <a:spcPct val="130000"/>
              </a:lnSpc>
            </a:pPr>
            <a:r>
              <a:rPr lang="en-US" altLang="zh-CN" sz="2800" dirty="0">
                <a:solidFill>
                  <a:schemeClr val="tx1"/>
                </a:solidFill>
                <a:cs typeface="+mn-ea"/>
                <a:sym typeface="+mn-lt"/>
              </a:rPr>
              <a:t>     </a:t>
            </a:r>
            <a:endParaRPr lang="en-US" altLang="zh-CN" sz="2800" dirty="0">
              <a:solidFill>
                <a:schemeClr val="tx1"/>
              </a:solidFill>
              <a:cs typeface="+mn-ea"/>
              <a:sym typeface="+mn-lt"/>
            </a:endParaRPr>
          </a:p>
          <a:p>
            <a:pPr indent="457200" algn="l">
              <a:lnSpc>
                <a:spcPct val="130000"/>
              </a:lnSpc>
            </a:pPr>
            <a:r>
              <a:rPr lang="en-US" altLang="zh-CN" sz="2800" dirty="0">
                <a:solidFill>
                  <a:schemeClr val="tx1"/>
                </a:solidFill>
                <a:cs typeface="+mn-ea"/>
                <a:sym typeface="+mn-lt"/>
              </a:rPr>
              <a:t>   </a:t>
            </a:r>
            <a:r>
              <a:rPr lang="zh-CN" altLang="en-US" sz="2800" dirty="0">
                <a:solidFill>
                  <a:schemeClr val="tx1"/>
                </a:solidFill>
                <a:cs typeface="+mn-ea"/>
                <a:sym typeface="+mn-lt"/>
              </a:rPr>
              <a:t>本项目</a:t>
            </a:r>
            <a:r>
              <a:rPr lang="en-US" altLang="zh-CN" sz="2800" dirty="0">
                <a:solidFill>
                  <a:schemeClr val="tx1"/>
                </a:solidFill>
                <a:cs typeface="+mn-ea"/>
                <a:sym typeface="+mn-lt"/>
              </a:rPr>
              <a:t>(----</a:t>
            </a:r>
            <a:r>
              <a:rPr lang="zh-CN" altLang="en-US" sz="2800" dirty="0">
                <a:solidFill>
                  <a:schemeClr val="tx1"/>
                </a:solidFill>
                <a:cs typeface="+mn-ea"/>
                <a:sym typeface="+mn-lt"/>
              </a:rPr>
              <a:t>项目名称</a:t>
            </a:r>
            <a:r>
              <a:rPr lang="en-US" altLang="zh-CN" sz="2800" dirty="0">
                <a:solidFill>
                  <a:schemeClr val="tx1"/>
                </a:solidFill>
                <a:cs typeface="+mn-ea"/>
                <a:sym typeface="+mn-lt"/>
              </a:rPr>
              <a:t>----</a:t>
            </a:r>
            <a:r>
              <a:rPr lang="en-US" altLang="zh-CN" sz="2800" b="1" dirty="0">
                <a:solidFill>
                  <a:schemeClr val="accent1"/>
                </a:solidFill>
                <a:cs typeface="+mn-ea"/>
                <a:sym typeface="+mn-lt"/>
              </a:rPr>
              <a:t>)</a:t>
            </a:r>
            <a:r>
              <a:rPr lang="zh-CN" altLang="en-US" sz="2800" dirty="0">
                <a:solidFill>
                  <a:schemeClr val="tx1"/>
                </a:solidFill>
                <a:cs typeface="+mn-ea"/>
                <a:sym typeface="+mn-lt"/>
              </a:rPr>
              <a:t>旨在探索并搭建一套适应南极特殊环境条件</a:t>
            </a:r>
            <a:r>
              <a:rPr lang="zh-CN" altLang="en-US" sz="2800" dirty="0">
                <a:solidFill>
                  <a:schemeClr val="tx1"/>
                </a:solidFill>
                <a:cs typeface="+mn-ea"/>
                <a:sym typeface="+mn-lt"/>
              </a:rPr>
              <a:t>基于最大化辐照度的</a:t>
            </a:r>
            <a:r>
              <a:rPr lang="zh-CN" altLang="en-US" sz="2800" b="1" u="sng" dirty="0">
                <a:solidFill>
                  <a:schemeClr val="tx1"/>
                </a:solidFill>
                <a:cs typeface="+mn-ea"/>
                <a:sym typeface="+mn-lt"/>
              </a:rPr>
              <a:t>光伏组件及其阵列的最优摆放方案与模型</a:t>
            </a:r>
            <a:r>
              <a:rPr lang="zh-CN" altLang="en-US" sz="2800" dirty="0">
                <a:solidFill>
                  <a:schemeClr val="tx1"/>
                </a:solidFill>
                <a:cs typeface="+mn-ea"/>
                <a:sym typeface="+mn-lt"/>
              </a:rPr>
              <a:t>，在降低电力和运输成本的前提下，通过额外考虑遮挡</a:t>
            </a:r>
            <a:r>
              <a:rPr lang="en-US" altLang="zh-CN" sz="2800" dirty="0">
                <a:solidFill>
                  <a:schemeClr val="tx1"/>
                </a:solidFill>
                <a:cs typeface="+mn-ea"/>
                <a:sym typeface="+mn-lt"/>
              </a:rPr>
              <a:t>, </a:t>
            </a:r>
            <a:r>
              <a:rPr lang="zh-CN" altLang="en-US" sz="2800" dirty="0">
                <a:solidFill>
                  <a:schemeClr val="tx1"/>
                </a:solidFill>
                <a:cs typeface="+mn-ea"/>
                <a:sym typeface="+mn-lt"/>
              </a:rPr>
              <a:t>电力传输以及供电稳定性等因素</a:t>
            </a:r>
            <a:r>
              <a:rPr lang="en-US" altLang="zh-CN" sz="2800" dirty="0">
                <a:solidFill>
                  <a:schemeClr val="tx1"/>
                </a:solidFill>
                <a:cs typeface="+mn-ea"/>
                <a:sym typeface="+mn-lt"/>
              </a:rPr>
              <a:t>, </a:t>
            </a:r>
            <a:r>
              <a:rPr lang="zh-CN" altLang="en-US" sz="2800" dirty="0">
                <a:solidFill>
                  <a:schemeClr val="tx1"/>
                </a:solidFill>
                <a:cs typeface="+mn-ea"/>
                <a:sym typeface="+mn-lt"/>
              </a:rPr>
              <a:t>实现全系统南极极地指定</a:t>
            </a:r>
            <a:r>
              <a:rPr lang="zh-CN" altLang="en-US" sz="2800" dirty="0">
                <a:solidFill>
                  <a:schemeClr val="tx1"/>
                </a:solidFill>
                <a:cs typeface="+mn-ea"/>
                <a:sym typeface="+mn-lt"/>
              </a:rPr>
              <a:t>地区全年发电量的最大化。</a:t>
            </a:r>
            <a:endParaRPr lang="zh-CN" altLang="en-US" sz="2800" dirty="0">
              <a:solidFill>
                <a:schemeClr val="tx1"/>
              </a:solidFill>
              <a:cs typeface="+mn-ea"/>
              <a:sym typeface="+mn-lt"/>
            </a:endParaRPr>
          </a:p>
          <a:p>
            <a:pPr algn="ctr">
              <a:lnSpc>
                <a:spcPct val="130000"/>
              </a:lnSpc>
            </a:pPr>
            <a:endParaRPr lang="en-US" altLang="zh-CN" dirty="0">
              <a:solidFill>
                <a:schemeClr val="tx1"/>
              </a:solidFill>
              <a:cs typeface="+mn-ea"/>
              <a:sym typeface="+mn-lt"/>
            </a:endParaRPr>
          </a:p>
          <a:p>
            <a:pPr algn="ctr">
              <a:lnSpc>
                <a:spcPct val="130000"/>
              </a:lnSpc>
            </a:pPr>
            <a:endParaRPr lang="en-US" altLang="zh-CN" dirty="0">
              <a:solidFill>
                <a:schemeClr val="tx1"/>
              </a:solidFill>
              <a:cs typeface="+mn-ea"/>
              <a:sym typeface="+mn-lt"/>
            </a:endParaRPr>
          </a:p>
        </p:txBody>
      </p:sp>
      <p:sp>
        <p:nvSpPr>
          <p:cNvPr id="12" name="文本框 11"/>
          <p:cNvSpPr txBox="1"/>
          <p:nvPr/>
        </p:nvSpPr>
        <p:spPr>
          <a:xfrm rot="10800000">
            <a:off x="10498655" y="4936153"/>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13" name="文本框 12"/>
          <p:cNvSpPr txBox="1"/>
          <p:nvPr/>
        </p:nvSpPr>
        <p:spPr>
          <a:xfrm rot="10800000">
            <a:off x="828297" y="1328995"/>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4253894" y="1321041"/>
            <a:ext cx="7021811"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6000" b="1" dirty="0">
                <a:solidFill>
                  <a:schemeClr val="accent1"/>
                </a:solidFill>
                <a:cs typeface="+mn-ea"/>
                <a:sym typeface="+mn-lt"/>
              </a:rPr>
              <a:t>立项</a:t>
            </a:r>
            <a:r>
              <a:rPr lang="zh-CN" altLang="en-US" sz="6000" b="1" dirty="0">
                <a:solidFill>
                  <a:schemeClr val="accent1"/>
                </a:solidFill>
                <a:cs typeface="+mn-ea"/>
                <a:sym typeface="+mn-lt"/>
              </a:rPr>
              <a:t>背景</a:t>
            </a:r>
            <a:endParaRPr lang="zh-CN" altLang="en-US" sz="6000" b="1" dirty="0">
              <a:solidFill>
                <a:schemeClr val="accent1"/>
              </a:solidFill>
              <a:cs typeface="+mn-ea"/>
              <a:sym typeface="+mn-lt"/>
            </a:endParaRPr>
          </a:p>
        </p:txBody>
      </p:sp>
      <p:sp>
        <p:nvSpPr>
          <p:cNvPr id="64" name="矩形 63"/>
          <p:cNvSpPr/>
          <p:nvPr/>
        </p:nvSpPr>
        <p:spPr>
          <a:xfrm>
            <a:off x="8043545" y="4221480"/>
            <a:ext cx="3002915" cy="955040"/>
          </a:xfrm>
          <a:prstGeom prst="rect">
            <a:avLst/>
          </a:prstGeom>
        </p:spPr>
        <p:txBody>
          <a:bodyPr wrap="square" lIns="0" rIns="0">
            <a:noAutofit/>
          </a:bodyPr>
          <a:lstStyle/>
          <a:p>
            <a:pPr algn="r">
              <a:lnSpc>
                <a:spcPct val="130000"/>
              </a:lnSpc>
            </a:pPr>
            <a:endParaRPr lang="zh-CN" altLang="en-US" sz="2800" dirty="0">
              <a:solidFill>
                <a:schemeClr val="accent1"/>
              </a:solidFill>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立项背景</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文本框 3"/>
          <p:cNvSpPr txBox="1"/>
          <p:nvPr/>
        </p:nvSpPr>
        <p:spPr>
          <a:xfrm rot="5400000">
            <a:off x="10088296" y="893598"/>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5" name="文本框 4"/>
          <p:cNvSpPr txBox="1"/>
          <p:nvPr/>
        </p:nvSpPr>
        <p:spPr>
          <a:xfrm rot="5400000">
            <a:off x="1251940" y="5348154"/>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6" name="矩形 5"/>
          <p:cNvSpPr/>
          <p:nvPr/>
        </p:nvSpPr>
        <p:spPr>
          <a:xfrm>
            <a:off x="1835937" y="1864489"/>
            <a:ext cx="8531556" cy="3729518"/>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normAutofit lnSpcReduction="20000"/>
          </a:bodyPr>
          <a:lstStyle/>
          <a:p>
            <a:pPr algn="l">
              <a:lnSpc>
                <a:spcPct val="130000"/>
              </a:lnSpc>
            </a:pPr>
            <a:r>
              <a:rPr lang="en-US" altLang="zh-CN" sz="2800" dirty="0">
                <a:solidFill>
                  <a:schemeClr val="tx1"/>
                </a:solidFill>
                <a:cs typeface="+mn-ea"/>
                <a:sym typeface="+mn-lt"/>
              </a:rPr>
              <a:t>      </a:t>
            </a:r>
            <a:endParaRPr lang="en-US" altLang="zh-CN" sz="2800" dirty="0">
              <a:solidFill>
                <a:schemeClr val="tx1"/>
              </a:solidFill>
              <a:cs typeface="+mn-ea"/>
              <a:sym typeface="+mn-lt"/>
            </a:endParaRPr>
          </a:p>
          <a:p>
            <a:pPr algn="l">
              <a:lnSpc>
                <a:spcPct val="130000"/>
              </a:lnSpc>
            </a:pPr>
            <a:r>
              <a:rPr lang="en-US" altLang="zh-CN" sz="2800" dirty="0">
                <a:solidFill>
                  <a:schemeClr val="tx1"/>
                </a:solidFill>
                <a:cs typeface="+mn-ea"/>
                <a:sym typeface="+mn-lt"/>
              </a:rPr>
              <a:t>   </a:t>
            </a:r>
            <a:r>
              <a:rPr lang="en-US" altLang="zh-CN" sz="2400" dirty="0">
                <a:solidFill>
                  <a:schemeClr val="tx1"/>
                </a:solidFill>
                <a:cs typeface="+mn-ea"/>
                <a:sym typeface="+mn-lt"/>
              </a:rPr>
              <a:t>   </a:t>
            </a:r>
            <a:r>
              <a:rPr lang="zh-CN" altLang="en-US" sz="2400" dirty="0">
                <a:solidFill>
                  <a:schemeClr val="tx1"/>
                </a:solidFill>
                <a:cs typeface="+mn-ea"/>
                <a:sym typeface="+mn-lt"/>
              </a:rPr>
              <a:t>光伏发电是未来清洁能源发展的重要方向，在南极建设光伏电站是极地能源保障的关键，但由于其独特的地理位置和极端气候，使得太阳的辐照度变化和其运行轨迹极为特殊</a:t>
            </a:r>
            <a:r>
              <a:rPr lang="en-US" altLang="zh-CN" sz="2400" dirty="0">
                <a:solidFill>
                  <a:schemeClr val="tx1"/>
                </a:solidFill>
                <a:cs typeface="+mn-ea"/>
                <a:sym typeface="+mn-lt"/>
              </a:rPr>
              <a:t>, </a:t>
            </a:r>
            <a:r>
              <a:rPr lang="zh-CN" altLang="en-US" sz="2400" dirty="0">
                <a:solidFill>
                  <a:schemeClr val="tx1"/>
                </a:solidFill>
                <a:cs typeface="+mn-ea"/>
                <a:sym typeface="+mn-lt"/>
              </a:rPr>
              <a:t>从而使得组件安装角度、方位以及行距需要与常规光伏电站完全不同的设计和组装方案</a:t>
            </a:r>
            <a:r>
              <a:rPr lang="en-US" altLang="zh-CN" sz="2400" dirty="0">
                <a:solidFill>
                  <a:schemeClr val="tx1"/>
                </a:solidFill>
                <a:cs typeface="+mn-ea"/>
                <a:sym typeface="+mn-lt"/>
              </a:rPr>
              <a:t>, </a:t>
            </a:r>
            <a:r>
              <a:rPr lang="zh-CN" altLang="en-US" sz="2400" dirty="0">
                <a:solidFill>
                  <a:schemeClr val="tx1"/>
                </a:solidFill>
                <a:cs typeface="+mn-ea"/>
                <a:sym typeface="+mn-lt"/>
              </a:rPr>
              <a:t>本项目首先基于这些背景进行光伏板安装角度与组合接收辐照度的研究</a:t>
            </a:r>
            <a:r>
              <a:rPr lang="en-US" altLang="zh-CN" sz="2400" dirty="0">
                <a:solidFill>
                  <a:schemeClr val="tx1"/>
                </a:solidFill>
                <a:cs typeface="+mn-ea"/>
                <a:sym typeface="+mn-lt"/>
              </a:rPr>
              <a:t>.</a:t>
            </a:r>
            <a:endParaRPr lang="en-US" altLang="zh-CN" sz="2800" dirty="0">
              <a:solidFill>
                <a:schemeClr val="tx1"/>
              </a:solidFill>
              <a:cs typeface="+mn-ea"/>
              <a:sym typeface="+mn-lt"/>
            </a:endParaRPr>
          </a:p>
          <a:p>
            <a:pPr algn="ctr">
              <a:lnSpc>
                <a:spcPct val="130000"/>
              </a:lnSpc>
            </a:pPr>
            <a:endParaRPr lang="en-US" altLang="zh-CN" dirty="0">
              <a:solidFill>
                <a:schemeClr val="tx1"/>
              </a:solidFill>
              <a:cs typeface="+mn-ea"/>
              <a:sym typeface="+mn-lt"/>
            </a:endParaRPr>
          </a:p>
          <a:p>
            <a:pPr algn="ctr">
              <a:lnSpc>
                <a:spcPct val="130000"/>
              </a:lnSpc>
            </a:pPr>
            <a:endParaRPr lang="en-US" altLang="zh-CN" dirty="0">
              <a:solidFill>
                <a:schemeClr val="tx1"/>
              </a:solidFill>
              <a:cs typeface="+mn-ea"/>
              <a:sym typeface="+mn-lt"/>
            </a:endParaRPr>
          </a:p>
        </p:txBody>
      </p:sp>
      <p:sp>
        <p:nvSpPr>
          <p:cNvPr id="12" name="文本框 11"/>
          <p:cNvSpPr txBox="1"/>
          <p:nvPr/>
        </p:nvSpPr>
        <p:spPr>
          <a:xfrm rot="10800000">
            <a:off x="10498655" y="4936153"/>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13" name="文本框 12"/>
          <p:cNvSpPr txBox="1"/>
          <p:nvPr/>
        </p:nvSpPr>
        <p:spPr>
          <a:xfrm rot="10800000">
            <a:off x="828297" y="1328995"/>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立项背景</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文本框 3"/>
          <p:cNvSpPr txBox="1"/>
          <p:nvPr/>
        </p:nvSpPr>
        <p:spPr>
          <a:xfrm rot="5400000">
            <a:off x="10088296" y="893598"/>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5" name="文本框 4"/>
          <p:cNvSpPr txBox="1"/>
          <p:nvPr/>
        </p:nvSpPr>
        <p:spPr>
          <a:xfrm rot="5400000">
            <a:off x="1251940" y="5348154"/>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6" name="矩形 5"/>
          <p:cNvSpPr/>
          <p:nvPr/>
        </p:nvSpPr>
        <p:spPr>
          <a:xfrm>
            <a:off x="1835937" y="1864489"/>
            <a:ext cx="8531556" cy="3729518"/>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normAutofit/>
          </a:bodyPr>
          <a:lstStyle/>
          <a:p>
            <a:pPr algn="l">
              <a:lnSpc>
                <a:spcPct val="130000"/>
              </a:lnSpc>
            </a:pPr>
            <a:r>
              <a:rPr lang="zh-CN" altLang="en-US" sz="2400" dirty="0">
                <a:solidFill>
                  <a:schemeClr val="tx1"/>
                </a:solidFill>
                <a:cs typeface="+mn-ea"/>
                <a:sym typeface="+mn-lt"/>
              </a:rPr>
              <a:t>       目前主流的解决方案仍局限于高倾角固定支架</a:t>
            </a:r>
            <a:r>
              <a:rPr lang="en-US" altLang="zh-CN" sz="2400" dirty="0">
                <a:solidFill>
                  <a:schemeClr val="tx1"/>
                </a:solidFill>
                <a:cs typeface="+mn-ea"/>
                <a:sym typeface="+mn-lt"/>
              </a:rPr>
              <a:t>, </a:t>
            </a:r>
            <a:r>
              <a:rPr lang="zh-CN" altLang="en-US" sz="2400" dirty="0">
                <a:solidFill>
                  <a:schemeClr val="tx1"/>
                </a:solidFill>
                <a:cs typeface="+mn-ea"/>
                <a:sym typeface="+mn-lt"/>
              </a:rPr>
              <a:t>双面光伏组件</a:t>
            </a:r>
            <a:r>
              <a:rPr lang="en-US" altLang="zh-CN" sz="2400" dirty="0">
                <a:solidFill>
                  <a:schemeClr val="tx1"/>
                </a:solidFill>
                <a:cs typeface="+mn-ea"/>
                <a:sym typeface="+mn-lt"/>
              </a:rPr>
              <a:t>, </a:t>
            </a:r>
            <a:r>
              <a:rPr lang="zh-CN" altLang="en-US" sz="2400" dirty="0">
                <a:solidFill>
                  <a:schemeClr val="tx1"/>
                </a:solidFill>
                <a:cs typeface="+mn-ea"/>
                <a:sym typeface="+mn-lt"/>
              </a:rPr>
              <a:t>大行距设计等方面</a:t>
            </a:r>
            <a:r>
              <a:rPr lang="en-US" altLang="zh-CN" sz="2400" dirty="0">
                <a:solidFill>
                  <a:schemeClr val="tx1"/>
                </a:solidFill>
                <a:cs typeface="+mn-ea"/>
                <a:sym typeface="+mn-lt"/>
              </a:rPr>
              <a:t>, </a:t>
            </a:r>
            <a:r>
              <a:rPr lang="zh-CN" altLang="en-US" sz="2400" dirty="0">
                <a:solidFill>
                  <a:schemeClr val="tx1"/>
                </a:solidFill>
                <a:cs typeface="+mn-ea"/>
                <a:sym typeface="+mn-lt"/>
              </a:rPr>
              <a:t>不仅缺乏系统整合到与储能系统的综合设计</a:t>
            </a:r>
            <a:r>
              <a:rPr lang="en-US" altLang="zh-CN" sz="2400" dirty="0">
                <a:solidFill>
                  <a:schemeClr val="tx1"/>
                </a:solidFill>
                <a:cs typeface="+mn-ea"/>
                <a:sym typeface="+mn-lt"/>
              </a:rPr>
              <a:t>, </a:t>
            </a:r>
            <a:r>
              <a:rPr lang="zh-CN" altLang="en-US" sz="2400" dirty="0">
                <a:solidFill>
                  <a:schemeClr val="tx1"/>
                </a:solidFill>
                <a:cs typeface="+mn-ea"/>
                <a:sym typeface="+mn-lt"/>
              </a:rPr>
              <a:t>而且缺乏结合南极实地环境的研究</a:t>
            </a:r>
            <a:r>
              <a:rPr lang="en-US" altLang="zh-CN" sz="2400" dirty="0">
                <a:solidFill>
                  <a:schemeClr val="tx1"/>
                </a:solidFill>
                <a:cs typeface="+mn-ea"/>
                <a:sym typeface="+mn-lt"/>
              </a:rPr>
              <a:t>. </a:t>
            </a:r>
            <a:endParaRPr lang="zh-CN" altLang="en-US" sz="2400" dirty="0">
              <a:solidFill>
                <a:schemeClr val="tx1"/>
              </a:solidFill>
              <a:cs typeface="+mn-ea"/>
              <a:sym typeface="+mn-lt"/>
            </a:endParaRPr>
          </a:p>
          <a:p>
            <a:pPr algn="l">
              <a:lnSpc>
                <a:spcPct val="130000"/>
              </a:lnSpc>
            </a:pPr>
            <a:endParaRPr lang="en-US" altLang="zh-CN" sz="2400" dirty="0">
              <a:solidFill>
                <a:schemeClr val="tx1"/>
              </a:solidFill>
              <a:cs typeface="+mn-ea"/>
              <a:sym typeface="+mn-lt"/>
            </a:endParaRPr>
          </a:p>
        </p:txBody>
      </p:sp>
      <p:sp>
        <p:nvSpPr>
          <p:cNvPr id="12" name="文本框 11"/>
          <p:cNvSpPr txBox="1"/>
          <p:nvPr/>
        </p:nvSpPr>
        <p:spPr>
          <a:xfrm rot="10800000">
            <a:off x="10498655" y="4936153"/>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13" name="文本框 12"/>
          <p:cNvSpPr txBox="1"/>
          <p:nvPr/>
        </p:nvSpPr>
        <p:spPr>
          <a:xfrm rot="10800000">
            <a:off x="828297" y="1328995"/>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立项背景</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文本框 3"/>
          <p:cNvSpPr txBox="1"/>
          <p:nvPr/>
        </p:nvSpPr>
        <p:spPr>
          <a:xfrm rot="5400000">
            <a:off x="10088296" y="893598"/>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5" name="文本框 4"/>
          <p:cNvSpPr txBox="1"/>
          <p:nvPr/>
        </p:nvSpPr>
        <p:spPr>
          <a:xfrm rot="5400000">
            <a:off x="1251940" y="5348154"/>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6" name="矩形 5"/>
          <p:cNvSpPr/>
          <p:nvPr/>
        </p:nvSpPr>
        <p:spPr>
          <a:xfrm>
            <a:off x="1835937" y="1864489"/>
            <a:ext cx="8531556" cy="3729518"/>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normAutofit/>
          </a:bodyPr>
          <a:lstStyle/>
          <a:p>
            <a:pPr algn="l">
              <a:lnSpc>
                <a:spcPct val="130000"/>
              </a:lnSpc>
            </a:pPr>
            <a:r>
              <a:rPr lang="zh-CN" altLang="en-US" sz="2400" dirty="0">
                <a:solidFill>
                  <a:schemeClr val="tx1"/>
                </a:solidFill>
                <a:cs typeface="+mn-ea"/>
                <a:sym typeface="+mn-lt"/>
              </a:rPr>
              <a:t>       项目在专注于光伏板组合接收辐照度的基础上, </a:t>
            </a:r>
            <a:r>
              <a:rPr lang="zh-CN" altLang="en-US" sz="2400" dirty="0">
                <a:solidFill>
                  <a:schemeClr val="tx1"/>
                </a:solidFill>
                <a:cs typeface="+mn-ea"/>
                <a:sym typeface="+mn-lt"/>
              </a:rPr>
              <a:t>需要考虑到项目标地(我国南极的几个站点)其他的特殊条件（深入南极内陆, 极昼极夜交替、-40℃低温及强风), 诸多成本问题, 非技术因素以及干扰因素都需要导量并融合到算法以及建模的考量范围内, 以增加系统的鲁棒性和适应性</a:t>
            </a:r>
            <a:r>
              <a:rPr lang="zh-CN" altLang="en-US" sz="2400" dirty="0">
                <a:solidFill>
                  <a:schemeClr val="tx1"/>
                </a:solidFill>
                <a:cs typeface="+mn-ea"/>
                <a:sym typeface="+mn-lt"/>
              </a:rPr>
              <a:t>. </a:t>
            </a:r>
            <a:endParaRPr lang="zh-CN" altLang="en-US" sz="2400" dirty="0">
              <a:solidFill>
                <a:schemeClr val="tx1"/>
              </a:solidFill>
              <a:cs typeface="+mn-ea"/>
              <a:sym typeface="+mn-lt"/>
            </a:endParaRPr>
          </a:p>
          <a:p>
            <a:pPr algn="l">
              <a:lnSpc>
                <a:spcPct val="130000"/>
              </a:lnSpc>
            </a:pPr>
            <a:endParaRPr lang="en-US" altLang="zh-CN" sz="2400" dirty="0">
              <a:solidFill>
                <a:schemeClr val="tx1"/>
              </a:solidFill>
              <a:cs typeface="+mn-ea"/>
              <a:sym typeface="+mn-lt"/>
            </a:endParaRPr>
          </a:p>
        </p:txBody>
      </p:sp>
      <p:sp>
        <p:nvSpPr>
          <p:cNvPr id="12" name="文本框 11"/>
          <p:cNvSpPr txBox="1"/>
          <p:nvPr/>
        </p:nvSpPr>
        <p:spPr>
          <a:xfrm rot="10800000">
            <a:off x="10498655" y="4936153"/>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13" name="文本框 12"/>
          <p:cNvSpPr txBox="1"/>
          <p:nvPr/>
        </p:nvSpPr>
        <p:spPr>
          <a:xfrm rot="10800000">
            <a:off x="828297" y="1328995"/>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4253894" y="1321041"/>
            <a:ext cx="7021811"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6000" b="1" dirty="0">
                <a:solidFill>
                  <a:schemeClr val="accent1"/>
                </a:solidFill>
                <a:cs typeface="+mn-ea"/>
                <a:sym typeface="+mn-ea"/>
              </a:rPr>
              <a:t>项目目标及重点</a:t>
            </a:r>
            <a:endParaRPr lang="zh-CN" altLang="en-US" sz="6000" b="1" dirty="0">
              <a:solidFill>
                <a:schemeClr val="accent1"/>
              </a:solidFill>
              <a:cs typeface="+mn-ea"/>
              <a:sym typeface="+mn-lt"/>
            </a:endParaRPr>
          </a:p>
        </p:txBody>
      </p:sp>
      <p:sp>
        <p:nvSpPr>
          <p:cNvPr id="64" name="矩形 63"/>
          <p:cNvSpPr/>
          <p:nvPr/>
        </p:nvSpPr>
        <p:spPr>
          <a:xfrm>
            <a:off x="8043545" y="4221480"/>
            <a:ext cx="3002915" cy="955040"/>
          </a:xfrm>
          <a:prstGeom prst="rect">
            <a:avLst/>
          </a:prstGeom>
        </p:spPr>
        <p:txBody>
          <a:bodyPr wrap="square" lIns="0" rIns="0">
            <a:noAutofit/>
          </a:bodyPr>
          <a:lstStyle/>
          <a:p>
            <a:pPr algn="r">
              <a:lnSpc>
                <a:spcPct val="130000"/>
              </a:lnSpc>
            </a:pPr>
            <a:endParaRPr lang="zh-CN" altLang="en-US" sz="2800" dirty="0">
              <a:solidFill>
                <a:schemeClr val="accent1"/>
              </a:solidFill>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项目目标及</a:t>
            </a:r>
            <a:r>
              <a:rPr lang="zh-CN" altLang="en-US" dirty="0">
                <a:latin typeface="+mn-lt"/>
                <a:ea typeface="+mn-ea"/>
                <a:cs typeface="+mn-ea"/>
                <a:sym typeface="+mn-lt"/>
              </a:rPr>
              <a:t>重点</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9" name="文本框 8"/>
          <p:cNvSpPr txBox="1"/>
          <p:nvPr/>
        </p:nvSpPr>
        <p:spPr>
          <a:xfrm>
            <a:off x="1208405" y="1281430"/>
            <a:ext cx="4123055" cy="3322955"/>
          </a:xfrm>
          <a:prstGeom prst="rect">
            <a:avLst/>
          </a:prstGeom>
          <a:noFill/>
        </p:spPr>
        <p:txBody>
          <a:bodyPr wrap="square" rtlCol="0">
            <a:spAutoFit/>
          </a:bodyPr>
          <a:p>
            <a:r>
              <a:rPr lang="zh-CN" altLang="en-US" sz="2400"/>
              <a:t>目标</a:t>
            </a:r>
            <a:r>
              <a:rPr lang="en-US" altLang="zh-CN" sz="2400"/>
              <a:t>1: </a:t>
            </a:r>
            <a:r>
              <a:rPr lang="zh-CN" altLang="en-US" sz="2400"/>
              <a:t>研究高维度地区单一光伏板固定的</a:t>
            </a:r>
            <a:r>
              <a:rPr lang="zh-CN" altLang="en-US" sz="2400"/>
              <a:t>普遍最优俯仰角</a:t>
            </a:r>
            <a:endParaRPr lang="zh-CN" altLang="en-US" sz="2400"/>
          </a:p>
          <a:p>
            <a:endParaRPr lang="zh-CN" altLang="en-US"/>
          </a:p>
          <a:p>
            <a:r>
              <a:rPr lang="en-US" altLang="zh-CN" sz="2000"/>
              <a:t>       </a:t>
            </a:r>
            <a:r>
              <a:rPr lang="zh-CN" altLang="en-US" sz="2000"/>
              <a:t>确定单一光伏板的俯仰角是光伏板组合和阵列设计的基础</a:t>
            </a:r>
            <a:r>
              <a:rPr lang="en-US" altLang="zh-CN" sz="2000"/>
              <a:t>, </a:t>
            </a:r>
            <a:r>
              <a:rPr lang="zh-CN" altLang="en-US" sz="2000"/>
              <a:t>决定了光伏板组合的几何外形及连接和制造难度</a:t>
            </a:r>
            <a:r>
              <a:rPr lang="en-US" altLang="zh-CN" sz="2000"/>
              <a:t>, </a:t>
            </a:r>
            <a:r>
              <a:rPr lang="zh-CN" altLang="en-US" sz="2000"/>
              <a:t>考虑到这些可能的情况</a:t>
            </a:r>
            <a:r>
              <a:rPr lang="en-US" altLang="zh-CN" sz="2000"/>
              <a:t>, </a:t>
            </a:r>
            <a:r>
              <a:rPr lang="zh-CN" altLang="en-US" sz="2000"/>
              <a:t>我们会对一些情况进行近似</a:t>
            </a:r>
            <a:r>
              <a:rPr lang="en-US" altLang="zh-CN" sz="2000"/>
              <a:t>. </a:t>
            </a:r>
            <a:r>
              <a:rPr lang="zh-CN" altLang="en-US" sz="2000"/>
              <a:t>还需要此最基本的结论具有</a:t>
            </a:r>
            <a:r>
              <a:rPr lang="zh-CN" altLang="en-US" sz="2000"/>
              <a:t>普适性</a:t>
            </a:r>
            <a:endParaRPr lang="zh-CN" altLang="en-US" sz="2000"/>
          </a:p>
        </p:txBody>
      </p:sp>
      <p:pic>
        <p:nvPicPr>
          <p:cNvPr id="10" name="图片 9" descr="屏幕截图 2025-09-17 215850"/>
          <p:cNvPicPr>
            <a:picLocks noChangeAspect="1"/>
          </p:cNvPicPr>
          <p:nvPr/>
        </p:nvPicPr>
        <p:blipFill>
          <a:blip r:embed="rId1"/>
          <a:stretch>
            <a:fillRect/>
          </a:stretch>
        </p:blipFill>
        <p:spPr>
          <a:xfrm>
            <a:off x="5462905" y="1200150"/>
            <a:ext cx="6216650" cy="44570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项目目标及</a:t>
            </a:r>
            <a:r>
              <a:rPr lang="zh-CN" altLang="en-US" dirty="0">
                <a:latin typeface="+mn-lt"/>
                <a:ea typeface="+mn-ea"/>
                <a:cs typeface="+mn-ea"/>
                <a:sym typeface="+mn-lt"/>
              </a:rPr>
              <a:t>重点</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9" name="文本框 8"/>
          <p:cNvSpPr txBox="1"/>
          <p:nvPr/>
        </p:nvSpPr>
        <p:spPr>
          <a:xfrm>
            <a:off x="1091565" y="1281430"/>
            <a:ext cx="5170805" cy="2861310"/>
          </a:xfrm>
          <a:prstGeom prst="rect">
            <a:avLst/>
          </a:prstGeom>
          <a:noFill/>
        </p:spPr>
        <p:txBody>
          <a:bodyPr wrap="square" rtlCol="0">
            <a:spAutoFit/>
          </a:bodyPr>
          <a:p>
            <a:r>
              <a:rPr lang="zh-CN" altLang="en-US" sz="2400"/>
              <a:t>目标</a:t>
            </a:r>
            <a:r>
              <a:rPr lang="en-US" altLang="zh-CN" sz="2400"/>
              <a:t>2: </a:t>
            </a:r>
            <a:r>
              <a:rPr lang="zh-CN" altLang="en-US" sz="2400"/>
              <a:t>设计多光伏板组合的几何结构</a:t>
            </a:r>
            <a:endParaRPr lang="zh-CN" altLang="en-US" sz="2400"/>
          </a:p>
          <a:p>
            <a:endParaRPr lang="zh-CN" altLang="en-US"/>
          </a:p>
          <a:p>
            <a:endParaRPr lang="zh-CN" altLang="en-US"/>
          </a:p>
          <a:p>
            <a:r>
              <a:rPr lang="en-US" altLang="zh-CN" sz="2000"/>
              <a:t>       </a:t>
            </a:r>
            <a:r>
              <a:rPr lang="zh-CN" altLang="en-US" sz="2000"/>
              <a:t>在确定了单一光伏板的俯仰角之后</a:t>
            </a:r>
            <a:r>
              <a:rPr lang="en-US" altLang="zh-CN" sz="2000"/>
              <a:t>, </a:t>
            </a:r>
            <a:r>
              <a:rPr lang="zh-CN" altLang="en-US" sz="2000"/>
              <a:t>基于此进行光伏板组合的几何设计</a:t>
            </a:r>
            <a:r>
              <a:rPr lang="en-US" altLang="zh-CN" sz="2000"/>
              <a:t>. </a:t>
            </a:r>
            <a:r>
              <a:rPr lang="zh-CN" altLang="en-US" sz="2000"/>
              <a:t>提升稳定性</a:t>
            </a:r>
            <a:r>
              <a:rPr lang="en-US" altLang="zh-CN" sz="2000"/>
              <a:t>, </a:t>
            </a:r>
            <a:r>
              <a:rPr lang="zh-CN" altLang="en-US" sz="2000"/>
              <a:t>减少占地面积和维护成本</a:t>
            </a:r>
            <a:endParaRPr lang="en-US" altLang="zh-CN" sz="2000"/>
          </a:p>
          <a:p>
            <a:endParaRPr lang="en-US" altLang="zh-CN" sz="2000"/>
          </a:p>
          <a:p>
            <a:pPr indent="457200"/>
            <a:r>
              <a:rPr lang="en-US" altLang="zh-CN" sz="2000"/>
              <a:t>e.g. </a:t>
            </a:r>
            <a:r>
              <a:rPr lang="zh-CN" altLang="en-US" sz="2000"/>
              <a:t>如果最优俯仰角接近</a:t>
            </a:r>
            <a:r>
              <a:rPr lang="en-US" altLang="zh-CN" sz="2000"/>
              <a:t>90</a:t>
            </a:r>
            <a:r>
              <a:rPr lang="zh-CN" altLang="en-US" sz="2000"/>
              <a:t>°</a:t>
            </a:r>
            <a:r>
              <a:rPr lang="en-US" altLang="zh-CN" sz="2000"/>
              <a:t>, </a:t>
            </a:r>
            <a:r>
              <a:rPr lang="zh-CN" altLang="en-US" sz="2000"/>
              <a:t>则考虑棱柱形的设计</a:t>
            </a:r>
            <a:r>
              <a:rPr lang="en-US" altLang="zh-CN" sz="2000"/>
              <a:t>, </a:t>
            </a:r>
            <a:r>
              <a:rPr lang="zh-CN" altLang="en-US" sz="2000"/>
              <a:t>重点则为找到棱柱的最优</a:t>
            </a:r>
            <a:r>
              <a:rPr lang="zh-CN" altLang="en-US" sz="2000"/>
              <a:t>面数</a:t>
            </a:r>
            <a:endParaRPr lang="zh-CN" altLang="en-US" sz="2000"/>
          </a:p>
        </p:txBody>
      </p:sp>
      <p:pic>
        <p:nvPicPr>
          <p:cNvPr id="10" name="图片 9" descr="屏幕截图 2025-09-17 215850"/>
          <p:cNvPicPr>
            <a:picLocks noChangeAspect="1"/>
          </p:cNvPicPr>
          <p:nvPr/>
        </p:nvPicPr>
        <p:blipFill>
          <a:blip r:embed="rId1"/>
          <a:stretch>
            <a:fillRect/>
          </a:stretch>
        </p:blipFill>
        <p:spPr>
          <a:xfrm>
            <a:off x="6540500" y="784225"/>
            <a:ext cx="4050030" cy="2903855"/>
          </a:xfrm>
          <a:prstGeom prst="rect">
            <a:avLst/>
          </a:prstGeom>
        </p:spPr>
      </p:pic>
      <p:pic>
        <p:nvPicPr>
          <p:cNvPr id="4" name="图片 3" descr="屏幕截图 2025-09-17 220920"/>
          <p:cNvPicPr>
            <a:picLocks noChangeAspect="1"/>
          </p:cNvPicPr>
          <p:nvPr/>
        </p:nvPicPr>
        <p:blipFill>
          <a:blip r:embed="rId2"/>
          <a:stretch>
            <a:fillRect/>
          </a:stretch>
        </p:blipFill>
        <p:spPr>
          <a:xfrm>
            <a:off x="7259320" y="3550920"/>
            <a:ext cx="1938020" cy="2618740"/>
          </a:xfrm>
          <a:prstGeom prst="rect">
            <a:avLst/>
          </a:prstGeom>
        </p:spPr>
      </p:pic>
      <p:pic>
        <p:nvPicPr>
          <p:cNvPr id="5" name="图片 4" descr="屏幕截图 2025-11-06 165720"/>
          <p:cNvPicPr>
            <a:picLocks noChangeAspect="1"/>
          </p:cNvPicPr>
          <p:nvPr/>
        </p:nvPicPr>
        <p:blipFill>
          <a:blip r:embed="rId3"/>
          <a:stretch>
            <a:fillRect/>
          </a:stretch>
        </p:blipFill>
        <p:spPr>
          <a:xfrm>
            <a:off x="9570720" y="3818890"/>
            <a:ext cx="1919605" cy="2477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项目目标及</a:t>
            </a:r>
            <a:r>
              <a:rPr lang="zh-CN" altLang="en-US" dirty="0">
                <a:latin typeface="+mn-lt"/>
                <a:ea typeface="+mn-ea"/>
                <a:cs typeface="+mn-ea"/>
                <a:sym typeface="+mn-lt"/>
              </a:rPr>
              <a:t>重点</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9" name="文本框 8"/>
          <p:cNvSpPr txBox="1"/>
          <p:nvPr/>
        </p:nvSpPr>
        <p:spPr>
          <a:xfrm>
            <a:off x="1091565" y="1281430"/>
            <a:ext cx="5170805" cy="2553335"/>
          </a:xfrm>
          <a:prstGeom prst="rect">
            <a:avLst/>
          </a:prstGeom>
          <a:noFill/>
        </p:spPr>
        <p:txBody>
          <a:bodyPr wrap="square" rtlCol="0">
            <a:spAutoFit/>
          </a:bodyPr>
          <a:p>
            <a:r>
              <a:rPr lang="zh-CN" altLang="en-US" sz="2400"/>
              <a:t>目标</a:t>
            </a:r>
            <a:r>
              <a:rPr lang="en-US" altLang="zh-CN" sz="2400"/>
              <a:t>3: </a:t>
            </a:r>
            <a:r>
              <a:rPr lang="zh-CN" altLang="en-US" sz="2400"/>
              <a:t>设计组合</a:t>
            </a:r>
            <a:r>
              <a:rPr lang="zh-CN" altLang="en-US" sz="2400"/>
              <a:t>阵列</a:t>
            </a:r>
            <a:endParaRPr lang="zh-CN" altLang="en-US" sz="2400"/>
          </a:p>
          <a:p>
            <a:endParaRPr lang="zh-CN" altLang="en-US"/>
          </a:p>
          <a:p>
            <a:endParaRPr lang="zh-CN" altLang="en-US"/>
          </a:p>
          <a:p>
            <a:r>
              <a:rPr lang="en-US" altLang="zh-CN" sz="2000"/>
              <a:t>       </a:t>
            </a:r>
            <a:r>
              <a:rPr lang="zh-CN" altLang="en-US" sz="2000"/>
              <a:t>我们需要将组件摆放成阵列</a:t>
            </a:r>
            <a:r>
              <a:rPr lang="en-US" altLang="zh-CN" sz="2000"/>
              <a:t>, </a:t>
            </a:r>
            <a:r>
              <a:rPr lang="zh-CN" altLang="en-US" sz="2000"/>
              <a:t>在此目标下</a:t>
            </a:r>
            <a:r>
              <a:rPr lang="en-US" altLang="zh-CN" sz="2000"/>
              <a:t>, </a:t>
            </a:r>
            <a:r>
              <a:rPr lang="zh-CN" altLang="en-US" sz="2000"/>
              <a:t>需要考虑光伏组件之间的阴影遮挡</a:t>
            </a:r>
            <a:r>
              <a:rPr lang="en-US" altLang="zh-CN" sz="2000"/>
              <a:t>, </a:t>
            </a:r>
            <a:r>
              <a:rPr lang="zh-CN" altLang="en-US" sz="2000"/>
              <a:t>输电成本等来决定组件间的距离及阵列形状</a:t>
            </a:r>
            <a:r>
              <a:rPr lang="en-US" altLang="zh-CN" sz="2000"/>
              <a:t>.</a:t>
            </a:r>
            <a:endParaRPr lang="en-US" altLang="zh-CN" sz="2000"/>
          </a:p>
          <a:p>
            <a:endParaRPr lang="en-US" altLang="zh-CN" sz="2000"/>
          </a:p>
          <a:p>
            <a:pPr indent="457200"/>
            <a:endParaRPr lang="zh-CN" altLang="en-US" sz="2000"/>
          </a:p>
        </p:txBody>
      </p:sp>
      <p:pic>
        <p:nvPicPr>
          <p:cNvPr id="6" name="图片 5" descr="屏幕截图 2025-11-06 170349"/>
          <p:cNvPicPr>
            <a:picLocks noChangeAspect="1"/>
          </p:cNvPicPr>
          <p:nvPr/>
        </p:nvPicPr>
        <p:blipFill>
          <a:blip r:embed="rId1"/>
          <a:stretch>
            <a:fillRect/>
          </a:stretch>
        </p:blipFill>
        <p:spPr>
          <a:xfrm>
            <a:off x="6530340" y="1281430"/>
            <a:ext cx="5219700" cy="34194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项目目标及</a:t>
            </a:r>
            <a:r>
              <a:rPr lang="zh-CN" altLang="en-US" dirty="0">
                <a:latin typeface="+mn-lt"/>
                <a:ea typeface="+mn-ea"/>
                <a:cs typeface="+mn-ea"/>
                <a:sym typeface="+mn-lt"/>
              </a:rPr>
              <a:t>重点</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9" name="文本框 8"/>
          <p:cNvSpPr txBox="1"/>
          <p:nvPr/>
        </p:nvSpPr>
        <p:spPr>
          <a:xfrm>
            <a:off x="1091565" y="1281430"/>
            <a:ext cx="5170805" cy="2861310"/>
          </a:xfrm>
          <a:prstGeom prst="rect">
            <a:avLst/>
          </a:prstGeom>
          <a:noFill/>
        </p:spPr>
        <p:txBody>
          <a:bodyPr wrap="square" rtlCol="0">
            <a:spAutoFit/>
          </a:bodyPr>
          <a:p>
            <a:r>
              <a:rPr lang="zh-CN" altLang="en-US" sz="2400"/>
              <a:t>目标</a:t>
            </a:r>
            <a:r>
              <a:rPr lang="en-US" altLang="zh-CN" sz="2400"/>
              <a:t>4: </a:t>
            </a:r>
            <a:r>
              <a:rPr lang="zh-CN" altLang="en-US" sz="2400"/>
              <a:t>进行仿真验证和实物搭建</a:t>
            </a:r>
            <a:r>
              <a:rPr lang="zh-CN" altLang="en-US" sz="2400"/>
              <a:t>验证</a:t>
            </a:r>
            <a:endParaRPr lang="zh-CN" altLang="en-US" sz="2400"/>
          </a:p>
          <a:p>
            <a:endParaRPr lang="zh-CN" altLang="en-US"/>
          </a:p>
          <a:p>
            <a:endParaRPr lang="zh-CN" altLang="en-US"/>
          </a:p>
          <a:p>
            <a:r>
              <a:rPr lang="en-US" altLang="zh-CN" sz="2000"/>
              <a:t>       </a:t>
            </a:r>
            <a:r>
              <a:rPr lang="zh-CN" altLang="en-US" sz="2000"/>
              <a:t>作为算法和实体模型结合的项目</a:t>
            </a:r>
            <a:r>
              <a:rPr lang="en-US" altLang="zh-CN" sz="2000"/>
              <a:t>, </a:t>
            </a:r>
            <a:r>
              <a:rPr lang="zh-CN" altLang="en-US" sz="2000"/>
              <a:t>在前期算法研究之后</a:t>
            </a:r>
            <a:r>
              <a:rPr lang="en-US" altLang="zh-CN" sz="2000"/>
              <a:t>, </a:t>
            </a:r>
            <a:r>
              <a:rPr lang="zh-CN" altLang="en-US" sz="2000"/>
              <a:t>我们希望使用有限的光伏组件在实验室模拟光照及组件相对位置来验证算法的准确性</a:t>
            </a:r>
            <a:r>
              <a:rPr lang="en-US" altLang="zh-CN" sz="2000"/>
              <a:t>. </a:t>
            </a:r>
            <a:r>
              <a:rPr lang="zh-CN" altLang="en-US" sz="2000"/>
              <a:t>并且搭建更加完整的仿真模型作为成果之一</a:t>
            </a:r>
            <a:r>
              <a:rPr lang="en-US" altLang="zh-CN" sz="2000"/>
              <a:t>.</a:t>
            </a:r>
            <a:endParaRPr lang="en-US" altLang="zh-CN" sz="2000"/>
          </a:p>
          <a:p>
            <a:pPr indent="457200"/>
            <a:endParaRPr lang="zh-CN" altLang="en-US" sz="2000"/>
          </a:p>
        </p:txBody>
      </p:sp>
      <p:pic>
        <p:nvPicPr>
          <p:cNvPr id="6" name="图片 5" descr="屏幕截图 2025-11-06 170349"/>
          <p:cNvPicPr>
            <a:picLocks noChangeAspect="1"/>
          </p:cNvPicPr>
          <p:nvPr/>
        </p:nvPicPr>
        <p:blipFill>
          <a:blip r:embed="rId1"/>
          <a:stretch>
            <a:fillRect/>
          </a:stretch>
        </p:blipFill>
        <p:spPr>
          <a:xfrm>
            <a:off x="6530340" y="1281430"/>
            <a:ext cx="5219700" cy="34194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4253894" y="1321041"/>
            <a:ext cx="7021811"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6000" b="1" dirty="0">
                <a:solidFill>
                  <a:schemeClr val="accent1"/>
                </a:solidFill>
                <a:cs typeface="+mn-ea"/>
                <a:sym typeface="+mn-ea"/>
              </a:rPr>
              <a:t>计划流程及创新</a:t>
            </a:r>
            <a:endParaRPr lang="zh-CN" altLang="en-US" sz="6000" b="1" dirty="0">
              <a:solidFill>
                <a:schemeClr val="accent1"/>
              </a:solidFill>
              <a:cs typeface="+mn-ea"/>
              <a:sym typeface="+mn-lt"/>
            </a:endParaRPr>
          </a:p>
        </p:txBody>
      </p:sp>
      <p:sp>
        <p:nvSpPr>
          <p:cNvPr id="64" name="矩形 63"/>
          <p:cNvSpPr/>
          <p:nvPr/>
        </p:nvSpPr>
        <p:spPr>
          <a:xfrm>
            <a:off x="8043545" y="4221480"/>
            <a:ext cx="3002915" cy="955040"/>
          </a:xfrm>
          <a:prstGeom prst="rect">
            <a:avLst/>
          </a:prstGeom>
        </p:spPr>
        <p:txBody>
          <a:bodyPr wrap="square" lIns="0" rIns="0">
            <a:noAutofit/>
          </a:bodyPr>
          <a:lstStyle/>
          <a:p>
            <a:pPr algn="r">
              <a:lnSpc>
                <a:spcPct val="130000"/>
              </a:lnSpc>
            </a:pPr>
            <a:endParaRPr lang="zh-CN" altLang="en-US" sz="2800" dirty="0">
              <a:solidFill>
                <a:schemeClr val="accent1"/>
              </a:solidFill>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normAutofit/>
          </a:bodyPr>
          <a:lstStyle/>
          <a:p>
            <a:r>
              <a:rPr lang="zh-CN" altLang="en-US" dirty="0">
                <a:cs typeface="+mn-ea"/>
                <a:sym typeface="+mn-ea"/>
              </a:rPr>
              <a:t>计划流程及创新</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pic>
        <p:nvPicPr>
          <p:cNvPr id="14" name="图片 1"/>
          <p:cNvPicPr>
            <a:picLocks noChangeAspect="1"/>
          </p:cNvPicPr>
          <p:nvPr/>
        </p:nvPicPr>
        <p:blipFill>
          <a:blip r:embed="rId1"/>
          <a:stretch>
            <a:fillRect/>
          </a:stretch>
        </p:blipFill>
        <p:spPr>
          <a:xfrm>
            <a:off x="971550" y="2195830"/>
            <a:ext cx="10569575" cy="161988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标题 64"/>
          <p:cNvSpPr>
            <a:spLocks noGrp="1"/>
          </p:cNvSpPr>
          <p:nvPr>
            <p:ph type="title"/>
            <p:custDataLst>
              <p:tags r:id="rId1"/>
            </p:custDataLst>
          </p:nvPr>
        </p:nvSpPr>
        <p:spPr/>
        <p:txBody>
          <a:bodyPr/>
          <a:lstStyle/>
          <a:p>
            <a:r>
              <a:rPr lang="zh-CN" altLang="en-US" dirty="0"/>
              <a:t>计划流程</a:t>
            </a:r>
            <a:endParaRPr lang="zh-CN" altLang="en-US" dirty="0"/>
          </a:p>
        </p:txBody>
      </p:sp>
      <p:sp>
        <p:nvSpPr>
          <p:cNvPr id="2" name="矩形 37"/>
          <p:cNvSpPr/>
          <p:nvPr>
            <p:custDataLst>
              <p:tags r:id="rId2"/>
            </p:custDataLst>
          </p:nvPr>
        </p:nvSpPr>
        <p:spPr>
          <a:xfrm>
            <a:off x="1452880" y="1223645"/>
            <a:ext cx="1634490" cy="3860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r"/>
            <a:r>
              <a:rPr lang="en-US" altLang="zh-CN" sz="2400" b="1" kern="0" dirty="0">
                <a:solidFill>
                  <a:schemeClr val="tx1"/>
                </a:solidFill>
                <a:cs typeface="+mn-lt"/>
              </a:rPr>
              <a:t>Step 01</a:t>
            </a:r>
            <a:endParaRPr lang="en-US" altLang="zh-CN" sz="2400" b="1" kern="0" dirty="0">
              <a:solidFill>
                <a:schemeClr val="tx1"/>
              </a:solidFill>
              <a:cs typeface="+mn-lt"/>
            </a:endParaRPr>
          </a:p>
        </p:txBody>
      </p:sp>
      <p:sp>
        <p:nvSpPr>
          <p:cNvPr id="41" name="矩形 40"/>
          <p:cNvSpPr/>
          <p:nvPr>
            <p:custDataLst>
              <p:tags r:id="rId3"/>
            </p:custDataLst>
          </p:nvPr>
        </p:nvSpPr>
        <p:spPr>
          <a:xfrm>
            <a:off x="266580" y="4001399"/>
            <a:ext cx="2820515" cy="3861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r"/>
            <a:r>
              <a:rPr lang="en-US" altLang="zh-CN" sz="2400" b="1" kern="0" dirty="0">
                <a:solidFill>
                  <a:schemeClr val="tx1"/>
                </a:solidFill>
                <a:cs typeface="+mn-lt"/>
              </a:rPr>
              <a:t>Step 03</a:t>
            </a:r>
            <a:endParaRPr lang="en-US" altLang="zh-CN" sz="2400" b="1" kern="0" dirty="0">
              <a:solidFill>
                <a:schemeClr val="tx1"/>
              </a:solidFill>
              <a:cs typeface="+mn-lt"/>
            </a:endParaRPr>
          </a:p>
        </p:txBody>
      </p:sp>
      <p:sp>
        <p:nvSpPr>
          <p:cNvPr id="74" name="任意多边形: 形状 73"/>
          <p:cNvSpPr/>
          <p:nvPr>
            <p:custDataLst>
              <p:tags r:id="rId4"/>
            </p:custDataLst>
          </p:nvPr>
        </p:nvSpPr>
        <p:spPr>
          <a:xfrm rot="21180000">
            <a:off x="4667988" y="2741552"/>
            <a:ext cx="1291502" cy="312733"/>
          </a:xfrm>
          <a:custGeom>
            <a:avLst/>
            <a:gdLst>
              <a:gd name="connsiteX0" fmla="*/ 1103523 w 1116211"/>
              <a:gd name="connsiteY0" fmla="*/ 0 h 270287"/>
              <a:gd name="connsiteX1" fmla="*/ 1116211 w 1116211"/>
              <a:gd name="connsiteY1" fmla="*/ 12688 h 270287"/>
              <a:gd name="connsiteX2" fmla="*/ 1116211 w 1116211"/>
              <a:gd name="connsiteY2" fmla="*/ 257599 h 270287"/>
              <a:gd name="connsiteX3" fmla="*/ 1103523 w 1116211"/>
              <a:gd name="connsiteY3" fmla="*/ 270287 h 270287"/>
              <a:gd name="connsiteX4" fmla="*/ 1052773 w 1116211"/>
              <a:gd name="connsiteY4" fmla="*/ 270287 h 270287"/>
              <a:gd name="connsiteX5" fmla="*/ 1040085 w 1116211"/>
              <a:gd name="connsiteY5" fmla="*/ 257599 h 270287"/>
              <a:gd name="connsiteX6" fmla="*/ 1040085 w 1116211"/>
              <a:gd name="connsiteY6" fmla="*/ 236725 h 270287"/>
              <a:gd name="connsiteX7" fmla="*/ 416447 w 1116211"/>
              <a:gd name="connsiteY7" fmla="*/ 236725 h 270287"/>
              <a:gd name="connsiteX8" fmla="*/ 416447 w 1116211"/>
              <a:gd name="connsiteY8" fmla="*/ 235120 h 270287"/>
              <a:gd name="connsiteX9" fmla="*/ 100170 w 1116211"/>
              <a:gd name="connsiteY9" fmla="*/ 236220 h 270287"/>
              <a:gd name="connsiteX10" fmla="*/ 7980 w 1116211"/>
              <a:gd name="connsiteY10" fmla="*/ 175572 h 270287"/>
              <a:gd name="connsiteX11" fmla="*/ 0 w 1116211"/>
              <a:gd name="connsiteY11" fmla="*/ 136744 h 270287"/>
              <a:gd name="connsiteX12" fmla="*/ 7709 w 1116211"/>
              <a:gd name="connsiteY12" fmla="*/ 97862 h 270287"/>
              <a:gd name="connsiteX13" fmla="*/ 99475 w 1116211"/>
              <a:gd name="connsiteY13" fmla="*/ 36574 h 270287"/>
              <a:gd name="connsiteX14" fmla="*/ 416447 w 1116211"/>
              <a:gd name="connsiteY14" fmla="*/ 35471 h 270287"/>
              <a:gd name="connsiteX15" fmla="*/ 416449 w 1116211"/>
              <a:gd name="connsiteY15" fmla="*/ 35125 h 270287"/>
              <a:gd name="connsiteX16" fmla="*/ 515761 w 1116211"/>
              <a:gd name="connsiteY16" fmla="*/ 35125 h 270287"/>
              <a:gd name="connsiteX17" fmla="*/ 781997 w 1116211"/>
              <a:gd name="connsiteY17" fmla="*/ 34199 h 270287"/>
              <a:gd name="connsiteX18" fmla="*/ 786671 w 1116211"/>
              <a:gd name="connsiteY18" fmla="*/ 35125 h 270287"/>
              <a:gd name="connsiteX19" fmla="*/ 1040085 w 1116211"/>
              <a:gd name="connsiteY19" fmla="*/ 35125 h 270287"/>
              <a:gd name="connsiteX20" fmla="*/ 1040085 w 1116211"/>
              <a:gd name="connsiteY20" fmla="*/ 12688 h 270287"/>
              <a:gd name="connsiteX21" fmla="*/ 1052773 w 1116211"/>
              <a:gd name="connsiteY21" fmla="*/ 0 h 27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6211" h="270287">
                <a:moveTo>
                  <a:pt x="1103523" y="0"/>
                </a:moveTo>
                <a:cubicBezTo>
                  <a:pt x="1110530" y="0"/>
                  <a:pt x="1116211" y="5681"/>
                  <a:pt x="1116211" y="12688"/>
                </a:cubicBezTo>
                <a:lnTo>
                  <a:pt x="1116211" y="257599"/>
                </a:lnTo>
                <a:cubicBezTo>
                  <a:pt x="1116211" y="264606"/>
                  <a:pt x="1110530" y="270287"/>
                  <a:pt x="1103523" y="270287"/>
                </a:cubicBezTo>
                <a:lnTo>
                  <a:pt x="1052773" y="270287"/>
                </a:lnTo>
                <a:cubicBezTo>
                  <a:pt x="1045766" y="270287"/>
                  <a:pt x="1040085" y="264606"/>
                  <a:pt x="1040085" y="257599"/>
                </a:cubicBezTo>
                <a:lnTo>
                  <a:pt x="1040085" y="236725"/>
                </a:lnTo>
                <a:lnTo>
                  <a:pt x="416447" y="236725"/>
                </a:lnTo>
                <a:lnTo>
                  <a:pt x="416447" y="235120"/>
                </a:lnTo>
                <a:lnTo>
                  <a:pt x="100170" y="236220"/>
                </a:lnTo>
                <a:cubicBezTo>
                  <a:pt x="58822" y="236364"/>
                  <a:pt x="23258" y="211348"/>
                  <a:pt x="7980" y="175572"/>
                </a:cubicBezTo>
                <a:lnTo>
                  <a:pt x="0" y="136744"/>
                </a:lnTo>
                <a:lnTo>
                  <a:pt x="7709" y="97862"/>
                </a:lnTo>
                <a:cubicBezTo>
                  <a:pt x="22738" y="61981"/>
                  <a:pt x="58127" y="36718"/>
                  <a:pt x="99475" y="36574"/>
                </a:cubicBezTo>
                <a:lnTo>
                  <a:pt x="416447" y="35471"/>
                </a:lnTo>
                <a:lnTo>
                  <a:pt x="416449" y="35125"/>
                </a:lnTo>
                <a:lnTo>
                  <a:pt x="515761" y="35125"/>
                </a:lnTo>
                <a:lnTo>
                  <a:pt x="781997" y="34199"/>
                </a:lnTo>
                <a:lnTo>
                  <a:pt x="786671" y="35125"/>
                </a:lnTo>
                <a:lnTo>
                  <a:pt x="1040085" y="35125"/>
                </a:lnTo>
                <a:lnTo>
                  <a:pt x="1040085" y="12688"/>
                </a:lnTo>
                <a:cubicBezTo>
                  <a:pt x="1040085" y="5681"/>
                  <a:pt x="1045766" y="0"/>
                  <a:pt x="1052773" y="0"/>
                </a:cubicBezTo>
                <a:close/>
              </a:path>
            </a:pathLst>
          </a:custGeom>
          <a:solidFill>
            <a:schemeClr val="accent1">
              <a:lumMod val="7000"/>
              <a:lumOff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5" name="任意多边形: 形状 34"/>
          <p:cNvSpPr/>
          <p:nvPr>
            <p:custDataLst>
              <p:tags r:id="rId5"/>
            </p:custDataLst>
          </p:nvPr>
        </p:nvSpPr>
        <p:spPr>
          <a:xfrm>
            <a:off x="5390698" y="4559943"/>
            <a:ext cx="1355561" cy="877991"/>
          </a:xfrm>
          <a:custGeom>
            <a:avLst/>
            <a:gdLst>
              <a:gd name="connsiteX0" fmla="*/ 28968 w 1171576"/>
              <a:gd name="connsiteY0" fmla="*/ 0 h 758825"/>
              <a:gd name="connsiteX1" fmla="*/ 1142608 w 1171576"/>
              <a:gd name="connsiteY1" fmla="*/ 0 h 758825"/>
              <a:gd name="connsiteX2" fmla="*/ 1159675 w 1171576"/>
              <a:gd name="connsiteY2" fmla="*/ 54980 h 758825"/>
              <a:gd name="connsiteX3" fmla="*/ 1171576 w 1171576"/>
              <a:gd name="connsiteY3" fmla="*/ 173037 h 758825"/>
              <a:gd name="connsiteX4" fmla="*/ 585788 w 1171576"/>
              <a:gd name="connsiteY4" fmla="*/ 758825 h 758825"/>
              <a:gd name="connsiteX5" fmla="*/ 0 w 1171576"/>
              <a:gd name="connsiteY5" fmla="*/ 173037 h 758825"/>
              <a:gd name="connsiteX6" fmla="*/ 11901 w 1171576"/>
              <a:gd name="connsiteY6" fmla="*/ 5498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576" h="758825">
                <a:moveTo>
                  <a:pt x="28968" y="0"/>
                </a:moveTo>
                <a:lnTo>
                  <a:pt x="1142608" y="0"/>
                </a:lnTo>
                <a:lnTo>
                  <a:pt x="1159675" y="54980"/>
                </a:lnTo>
                <a:cubicBezTo>
                  <a:pt x="1167478" y="93114"/>
                  <a:pt x="1171576" y="132597"/>
                  <a:pt x="1171576" y="173037"/>
                </a:cubicBezTo>
                <a:cubicBezTo>
                  <a:pt x="1171576" y="496559"/>
                  <a:pt x="909310" y="758825"/>
                  <a:pt x="585788" y="758825"/>
                </a:cubicBezTo>
                <a:cubicBezTo>
                  <a:pt x="262266" y="758825"/>
                  <a:pt x="0" y="496559"/>
                  <a:pt x="0" y="173037"/>
                </a:cubicBezTo>
                <a:cubicBezTo>
                  <a:pt x="0" y="132597"/>
                  <a:pt x="4098" y="93114"/>
                  <a:pt x="11901" y="5498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 </a:t>
            </a:r>
            <a:endParaRPr lang="zh-CN" altLang="en-US" dirty="0"/>
          </a:p>
        </p:txBody>
      </p:sp>
      <p:sp>
        <p:nvSpPr>
          <p:cNvPr id="5" name="椭圆 4"/>
          <p:cNvSpPr/>
          <p:nvPr>
            <p:custDataLst>
              <p:tags r:id="rId6"/>
            </p:custDataLst>
          </p:nvPr>
        </p:nvSpPr>
        <p:spPr>
          <a:xfrm>
            <a:off x="5390698" y="4082113"/>
            <a:ext cx="1355560" cy="1355560"/>
          </a:xfrm>
          <a:prstGeom prst="ellipse">
            <a:avLst/>
          </a:prstGeom>
          <a:no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custDataLst>
              <p:tags r:id="rId7"/>
            </p:custDataLst>
          </p:nvPr>
        </p:nvSpPr>
        <p:spPr>
          <a:xfrm>
            <a:off x="5828970" y="3351868"/>
            <a:ext cx="168067" cy="16806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8"/>
            </p:custDataLst>
          </p:nvPr>
        </p:nvSpPr>
        <p:spPr>
          <a:xfrm>
            <a:off x="6009805" y="3256428"/>
            <a:ext cx="263122" cy="263122"/>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custDataLst>
              <p:tags r:id="rId9"/>
            </p:custDataLst>
          </p:nvPr>
        </p:nvSpPr>
        <p:spPr>
          <a:xfrm>
            <a:off x="6141035" y="3112640"/>
            <a:ext cx="131562" cy="131562"/>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custDataLst>
              <p:tags r:id="rId10"/>
            </p:custDataLst>
          </p:nvPr>
        </p:nvSpPr>
        <p:spPr>
          <a:xfrm>
            <a:off x="6075734" y="2909201"/>
            <a:ext cx="131562" cy="131562"/>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图形 13"/>
          <p:cNvSpPr/>
          <p:nvPr>
            <p:custDataLst>
              <p:tags r:id="rId11"/>
            </p:custDataLst>
          </p:nvPr>
        </p:nvSpPr>
        <p:spPr>
          <a:xfrm>
            <a:off x="5864133" y="2971991"/>
            <a:ext cx="222181" cy="345565"/>
          </a:xfrm>
          <a:custGeom>
            <a:avLst/>
            <a:gdLst>
              <a:gd name="connsiteX0" fmla="*/ 158113 w 215261"/>
              <a:gd name="connsiteY0" fmla="*/ 324803 h 334803"/>
              <a:gd name="connsiteX1" fmla="*/ 107631 w 215261"/>
              <a:gd name="connsiteY1" fmla="*/ 0 h 334803"/>
              <a:gd name="connsiteX2" fmla="*/ 57148 w 215261"/>
              <a:gd name="connsiteY2" fmla="*/ 324803 h 334803"/>
              <a:gd name="connsiteX3" fmla="*/ 158113 w 215261"/>
              <a:gd name="connsiteY3" fmla="*/ 324803 h 334803"/>
            </a:gdLst>
            <a:ahLst/>
            <a:cxnLst>
              <a:cxn ang="0">
                <a:pos x="connsiteX0" y="connsiteY0"/>
              </a:cxn>
              <a:cxn ang="0">
                <a:pos x="connsiteX1" y="connsiteY1"/>
              </a:cxn>
              <a:cxn ang="0">
                <a:pos x="connsiteX2" y="connsiteY2"/>
              </a:cxn>
              <a:cxn ang="0">
                <a:pos x="connsiteX3" y="connsiteY3"/>
              </a:cxn>
            </a:cxnLst>
            <a:rect l="l" t="t" r="r" b="b"/>
            <a:pathLst>
              <a:path w="215261" h="334803">
                <a:moveTo>
                  <a:pt x="158113" y="324803"/>
                </a:moveTo>
                <a:cubicBezTo>
                  <a:pt x="311466" y="260033"/>
                  <a:pt x="107631" y="0"/>
                  <a:pt x="107631" y="0"/>
                </a:cubicBezTo>
                <a:cubicBezTo>
                  <a:pt x="107631" y="0"/>
                  <a:pt x="-96204" y="260033"/>
                  <a:pt x="57148" y="324803"/>
                </a:cubicBezTo>
                <a:cubicBezTo>
                  <a:pt x="89533" y="338138"/>
                  <a:pt x="126681" y="338138"/>
                  <a:pt x="158113" y="324803"/>
                </a:cubicBezTo>
                <a:close/>
              </a:path>
            </a:pathLst>
          </a:custGeom>
          <a:solidFill>
            <a:schemeClr val="accent1"/>
          </a:solidFill>
          <a:ln w="9525" cap="flat">
            <a:noFill/>
            <a:prstDash val="solid"/>
            <a:miter/>
          </a:ln>
        </p:spPr>
        <p:txBody>
          <a:bodyPr rtlCol="0" anchor="ctr"/>
          <a:lstStyle/>
          <a:p>
            <a:endParaRPr lang="zh-CN" altLang="en-US"/>
          </a:p>
        </p:txBody>
      </p:sp>
      <p:sp>
        <p:nvSpPr>
          <p:cNvPr id="53" name="图形 13"/>
          <p:cNvSpPr/>
          <p:nvPr>
            <p:custDataLst>
              <p:tags r:id="rId12"/>
            </p:custDataLst>
          </p:nvPr>
        </p:nvSpPr>
        <p:spPr>
          <a:xfrm>
            <a:off x="6105245" y="2557578"/>
            <a:ext cx="222181" cy="345565"/>
          </a:xfrm>
          <a:custGeom>
            <a:avLst/>
            <a:gdLst>
              <a:gd name="connsiteX0" fmla="*/ 158113 w 215261"/>
              <a:gd name="connsiteY0" fmla="*/ 324803 h 334803"/>
              <a:gd name="connsiteX1" fmla="*/ 107631 w 215261"/>
              <a:gd name="connsiteY1" fmla="*/ 0 h 334803"/>
              <a:gd name="connsiteX2" fmla="*/ 57148 w 215261"/>
              <a:gd name="connsiteY2" fmla="*/ 324803 h 334803"/>
              <a:gd name="connsiteX3" fmla="*/ 158113 w 215261"/>
              <a:gd name="connsiteY3" fmla="*/ 324803 h 334803"/>
            </a:gdLst>
            <a:ahLst/>
            <a:cxnLst>
              <a:cxn ang="0">
                <a:pos x="connsiteX0" y="connsiteY0"/>
              </a:cxn>
              <a:cxn ang="0">
                <a:pos x="connsiteX1" y="connsiteY1"/>
              </a:cxn>
              <a:cxn ang="0">
                <a:pos x="connsiteX2" y="connsiteY2"/>
              </a:cxn>
              <a:cxn ang="0">
                <a:pos x="connsiteX3" y="connsiteY3"/>
              </a:cxn>
            </a:cxnLst>
            <a:rect l="l" t="t" r="r" b="b"/>
            <a:pathLst>
              <a:path w="215261" h="334803">
                <a:moveTo>
                  <a:pt x="158113" y="324803"/>
                </a:moveTo>
                <a:cubicBezTo>
                  <a:pt x="311466" y="260033"/>
                  <a:pt x="107631" y="0"/>
                  <a:pt x="107631" y="0"/>
                </a:cubicBezTo>
                <a:cubicBezTo>
                  <a:pt x="107631" y="0"/>
                  <a:pt x="-96204" y="260033"/>
                  <a:pt x="57148" y="324803"/>
                </a:cubicBezTo>
                <a:cubicBezTo>
                  <a:pt x="89533" y="338138"/>
                  <a:pt x="126681" y="338138"/>
                  <a:pt x="158113" y="324803"/>
                </a:cubicBezTo>
                <a:close/>
              </a:path>
            </a:pathLst>
          </a:custGeom>
          <a:solidFill>
            <a:schemeClr val="accent1">
              <a:lumMod val="20000"/>
              <a:lumOff val="80000"/>
            </a:schemeClr>
          </a:solidFill>
          <a:ln w="9525" cap="flat">
            <a:noFill/>
            <a:prstDash val="solid"/>
            <a:miter/>
          </a:ln>
        </p:spPr>
        <p:txBody>
          <a:bodyPr rtlCol="0" anchor="ctr"/>
          <a:lstStyle/>
          <a:p>
            <a:endParaRPr lang="zh-CN" altLang="en-US"/>
          </a:p>
        </p:txBody>
      </p:sp>
      <p:sp>
        <p:nvSpPr>
          <p:cNvPr id="43" name="任意多边形: 形状 42"/>
          <p:cNvSpPr/>
          <p:nvPr>
            <p:custDataLst>
              <p:tags r:id="rId13"/>
            </p:custDataLst>
          </p:nvPr>
        </p:nvSpPr>
        <p:spPr>
          <a:xfrm>
            <a:off x="5424604" y="3435379"/>
            <a:ext cx="1288527" cy="1124123"/>
          </a:xfrm>
          <a:custGeom>
            <a:avLst/>
            <a:gdLst>
              <a:gd name="connsiteX0" fmla="*/ 369892 w 1113639"/>
              <a:gd name="connsiteY0" fmla="*/ 0 h 971550"/>
              <a:gd name="connsiteX1" fmla="*/ 743747 w 1113639"/>
              <a:gd name="connsiteY1" fmla="*/ 0 h 971550"/>
              <a:gd name="connsiteX2" fmla="*/ 794945 w 1113639"/>
              <a:gd name="connsiteY2" fmla="*/ 43739 h 971550"/>
              <a:gd name="connsiteX3" fmla="*/ 794944 w 1113639"/>
              <a:gd name="connsiteY3" fmla="*/ 43739 h 971550"/>
              <a:gd name="connsiteX4" fmla="*/ 743746 w 1113639"/>
              <a:gd name="connsiteY4" fmla="*/ 87477 h 971550"/>
              <a:gd name="connsiteX5" fmla="*/ 719935 w 1113639"/>
              <a:gd name="connsiteY5" fmla="*/ 87477 h 971550"/>
              <a:gd name="connsiteX6" fmla="*/ 719935 w 1113639"/>
              <a:gd name="connsiteY6" fmla="*/ 582583 h 971550"/>
              <a:gd name="connsiteX7" fmla="*/ 731015 w 1113639"/>
              <a:gd name="connsiteY7" fmla="*/ 585136 h 971550"/>
              <a:gd name="connsiteX8" fmla="*/ 1096573 w 1113639"/>
              <a:gd name="connsiteY8" fmla="*/ 916573 h 971550"/>
              <a:gd name="connsiteX9" fmla="*/ 1113639 w 1113639"/>
              <a:gd name="connsiteY9" fmla="*/ 971550 h 971550"/>
              <a:gd name="connsiteX10" fmla="*/ 0 w 1113639"/>
              <a:gd name="connsiteY10" fmla="*/ 971550 h 971550"/>
              <a:gd name="connsiteX11" fmla="*/ 17065 w 1113639"/>
              <a:gd name="connsiteY11" fmla="*/ 916573 h 971550"/>
              <a:gd name="connsiteX12" fmla="*/ 382624 w 1113639"/>
              <a:gd name="connsiteY12" fmla="*/ 585136 h 971550"/>
              <a:gd name="connsiteX13" fmla="*/ 393703 w 1113639"/>
              <a:gd name="connsiteY13" fmla="*/ 582583 h 971550"/>
              <a:gd name="connsiteX14" fmla="*/ 393703 w 1113639"/>
              <a:gd name="connsiteY14" fmla="*/ 87476 h 971550"/>
              <a:gd name="connsiteX15" fmla="*/ 369892 w 1113639"/>
              <a:gd name="connsiteY15" fmla="*/ 87476 h 971550"/>
              <a:gd name="connsiteX16" fmla="*/ 322718 w 1113639"/>
              <a:gd name="connsiteY16" fmla="*/ 60763 h 971550"/>
              <a:gd name="connsiteX17" fmla="*/ 318694 w 1113639"/>
              <a:gd name="connsiteY17" fmla="*/ 43739 h 971550"/>
              <a:gd name="connsiteX18" fmla="*/ 322718 w 1113639"/>
              <a:gd name="connsiteY18" fmla="*/ 26714 h 971550"/>
              <a:gd name="connsiteX19" fmla="*/ 369892 w 1113639"/>
              <a:gd name="connsiteY19" fmla="*/ 0 h 97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13639" h="971550">
                <a:moveTo>
                  <a:pt x="369892" y="0"/>
                </a:moveTo>
                <a:lnTo>
                  <a:pt x="743747" y="0"/>
                </a:lnTo>
                <a:cubicBezTo>
                  <a:pt x="772023" y="0"/>
                  <a:pt x="794945" y="19582"/>
                  <a:pt x="794945" y="43739"/>
                </a:cubicBezTo>
                <a:lnTo>
                  <a:pt x="794944" y="43739"/>
                </a:lnTo>
                <a:cubicBezTo>
                  <a:pt x="794944" y="67895"/>
                  <a:pt x="772022" y="87477"/>
                  <a:pt x="743746" y="87477"/>
                </a:cubicBezTo>
                <a:lnTo>
                  <a:pt x="719935" y="87477"/>
                </a:lnTo>
                <a:lnTo>
                  <a:pt x="719935" y="582583"/>
                </a:lnTo>
                <a:lnTo>
                  <a:pt x="731015" y="585136"/>
                </a:lnTo>
                <a:cubicBezTo>
                  <a:pt x="896100" y="636483"/>
                  <a:pt x="1029878" y="758887"/>
                  <a:pt x="1096573" y="916573"/>
                </a:cubicBezTo>
                <a:lnTo>
                  <a:pt x="1113639" y="971550"/>
                </a:lnTo>
                <a:lnTo>
                  <a:pt x="0" y="971550"/>
                </a:lnTo>
                <a:lnTo>
                  <a:pt x="17065" y="916573"/>
                </a:lnTo>
                <a:cubicBezTo>
                  <a:pt x="83761" y="758887"/>
                  <a:pt x="217539" y="636483"/>
                  <a:pt x="382624" y="585136"/>
                </a:cubicBezTo>
                <a:lnTo>
                  <a:pt x="393703" y="582583"/>
                </a:lnTo>
                <a:lnTo>
                  <a:pt x="393703" y="87476"/>
                </a:lnTo>
                <a:lnTo>
                  <a:pt x="369892" y="87476"/>
                </a:lnTo>
                <a:cubicBezTo>
                  <a:pt x="348685" y="87476"/>
                  <a:pt x="330490" y="76462"/>
                  <a:pt x="322718" y="60763"/>
                </a:cubicBezTo>
                <a:lnTo>
                  <a:pt x="318694" y="43739"/>
                </a:lnTo>
                <a:lnTo>
                  <a:pt x="322718" y="26714"/>
                </a:lnTo>
                <a:cubicBezTo>
                  <a:pt x="330490" y="11015"/>
                  <a:pt x="348685" y="0"/>
                  <a:pt x="369892" y="0"/>
                </a:cubicBezTo>
                <a:close/>
              </a:path>
            </a:pathLst>
          </a:custGeom>
          <a:solidFill>
            <a:schemeClr val="accent1">
              <a:lumMod val="20000"/>
              <a:lumOff val="80000"/>
            </a:schemeClr>
          </a:solid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custDataLst>
              <p:tags r:id="rId14"/>
            </p:custDataLst>
          </p:nvPr>
        </p:nvSpPr>
        <p:spPr>
          <a:xfrm rot="21180000">
            <a:off x="4673011" y="2829458"/>
            <a:ext cx="1291502" cy="224365"/>
          </a:xfrm>
          <a:custGeom>
            <a:avLst/>
            <a:gdLst>
              <a:gd name="connsiteX0" fmla="*/ 25279 w 1116211"/>
              <a:gd name="connsiteY0" fmla="*/ 0 h 193913"/>
              <a:gd name="connsiteX1" fmla="*/ 1116211 w 1116211"/>
              <a:gd name="connsiteY1" fmla="*/ 133949 h 193913"/>
              <a:gd name="connsiteX2" fmla="*/ 1116211 w 1116211"/>
              <a:gd name="connsiteY2" fmla="*/ 181225 h 193913"/>
              <a:gd name="connsiteX3" fmla="*/ 1103523 w 1116211"/>
              <a:gd name="connsiteY3" fmla="*/ 193913 h 193913"/>
              <a:gd name="connsiteX4" fmla="*/ 1052773 w 1116211"/>
              <a:gd name="connsiteY4" fmla="*/ 193913 h 193913"/>
              <a:gd name="connsiteX5" fmla="*/ 1040085 w 1116211"/>
              <a:gd name="connsiteY5" fmla="*/ 181225 h 193913"/>
              <a:gd name="connsiteX6" fmla="*/ 1040085 w 1116211"/>
              <a:gd name="connsiteY6" fmla="*/ 160351 h 193913"/>
              <a:gd name="connsiteX7" fmla="*/ 416447 w 1116211"/>
              <a:gd name="connsiteY7" fmla="*/ 160351 h 193913"/>
              <a:gd name="connsiteX8" fmla="*/ 416447 w 1116211"/>
              <a:gd name="connsiteY8" fmla="*/ 158746 h 193913"/>
              <a:gd name="connsiteX9" fmla="*/ 100170 w 1116211"/>
              <a:gd name="connsiteY9" fmla="*/ 159846 h 193913"/>
              <a:gd name="connsiteX10" fmla="*/ 7980 w 1116211"/>
              <a:gd name="connsiteY10" fmla="*/ 99198 h 193913"/>
              <a:gd name="connsiteX11" fmla="*/ 0 w 1116211"/>
              <a:gd name="connsiteY11" fmla="*/ 60370 h 193913"/>
              <a:gd name="connsiteX12" fmla="*/ 7709 w 1116211"/>
              <a:gd name="connsiteY12" fmla="*/ 21488 h 19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6211" h="193913">
                <a:moveTo>
                  <a:pt x="25279" y="0"/>
                </a:moveTo>
                <a:lnTo>
                  <a:pt x="1116211" y="133949"/>
                </a:lnTo>
                <a:lnTo>
                  <a:pt x="1116211" y="181225"/>
                </a:lnTo>
                <a:cubicBezTo>
                  <a:pt x="1116211" y="188232"/>
                  <a:pt x="1110530" y="193913"/>
                  <a:pt x="1103523" y="193913"/>
                </a:cubicBezTo>
                <a:lnTo>
                  <a:pt x="1052773" y="193913"/>
                </a:lnTo>
                <a:cubicBezTo>
                  <a:pt x="1045766" y="193913"/>
                  <a:pt x="1040085" y="188232"/>
                  <a:pt x="1040085" y="181225"/>
                </a:cubicBezTo>
                <a:lnTo>
                  <a:pt x="1040085" y="160351"/>
                </a:lnTo>
                <a:lnTo>
                  <a:pt x="416447" y="160351"/>
                </a:lnTo>
                <a:lnTo>
                  <a:pt x="416447" y="158746"/>
                </a:lnTo>
                <a:lnTo>
                  <a:pt x="100170" y="159846"/>
                </a:lnTo>
                <a:cubicBezTo>
                  <a:pt x="58822" y="159990"/>
                  <a:pt x="23258" y="134974"/>
                  <a:pt x="7980" y="99198"/>
                </a:cubicBezTo>
                <a:lnTo>
                  <a:pt x="0" y="60370"/>
                </a:lnTo>
                <a:lnTo>
                  <a:pt x="7709" y="2148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7" name="任意多边形: 形状 76"/>
          <p:cNvSpPr/>
          <p:nvPr>
            <p:custDataLst>
              <p:tags r:id="rId15"/>
            </p:custDataLst>
          </p:nvPr>
        </p:nvSpPr>
        <p:spPr>
          <a:xfrm rot="420000" flipH="1">
            <a:off x="6233336" y="2320233"/>
            <a:ext cx="1291502" cy="312733"/>
          </a:xfrm>
          <a:custGeom>
            <a:avLst/>
            <a:gdLst>
              <a:gd name="connsiteX0" fmla="*/ 1103523 w 1116211"/>
              <a:gd name="connsiteY0" fmla="*/ 0 h 270287"/>
              <a:gd name="connsiteX1" fmla="*/ 1116211 w 1116211"/>
              <a:gd name="connsiteY1" fmla="*/ 12688 h 270287"/>
              <a:gd name="connsiteX2" fmla="*/ 1116211 w 1116211"/>
              <a:gd name="connsiteY2" fmla="*/ 257599 h 270287"/>
              <a:gd name="connsiteX3" fmla="*/ 1103523 w 1116211"/>
              <a:gd name="connsiteY3" fmla="*/ 270287 h 270287"/>
              <a:gd name="connsiteX4" fmla="*/ 1052773 w 1116211"/>
              <a:gd name="connsiteY4" fmla="*/ 270287 h 270287"/>
              <a:gd name="connsiteX5" fmla="*/ 1040085 w 1116211"/>
              <a:gd name="connsiteY5" fmla="*/ 257599 h 270287"/>
              <a:gd name="connsiteX6" fmla="*/ 1040085 w 1116211"/>
              <a:gd name="connsiteY6" fmla="*/ 236725 h 270287"/>
              <a:gd name="connsiteX7" fmla="*/ 416447 w 1116211"/>
              <a:gd name="connsiteY7" fmla="*/ 236725 h 270287"/>
              <a:gd name="connsiteX8" fmla="*/ 416447 w 1116211"/>
              <a:gd name="connsiteY8" fmla="*/ 235120 h 270287"/>
              <a:gd name="connsiteX9" fmla="*/ 100170 w 1116211"/>
              <a:gd name="connsiteY9" fmla="*/ 236220 h 270287"/>
              <a:gd name="connsiteX10" fmla="*/ 7980 w 1116211"/>
              <a:gd name="connsiteY10" fmla="*/ 175572 h 270287"/>
              <a:gd name="connsiteX11" fmla="*/ 0 w 1116211"/>
              <a:gd name="connsiteY11" fmla="*/ 136744 h 270287"/>
              <a:gd name="connsiteX12" fmla="*/ 7709 w 1116211"/>
              <a:gd name="connsiteY12" fmla="*/ 97862 h 270287"/>
              <a:gd name="connsiteX13" fmla="*/ 99475 w 1116211"/>
              <a:gd name="connsiteY13" fmla="*/ 36574 h 270287"/>
              <a:gd name="connsiteX14" fmla="*/ 416447 w 1116211"/>
              <a:gd name="connsiteY14" fmla="*/ 35471 h 270287"/>
              <a:gd name="connsiteX15" fmla="*/ 416449 w 1116211"/>
              <a:gd name="connsiteY15" fmla="*/ 35125 h 270287"/>
              <a:gd name="connsiteX16" fmla="*/ 515761 w 1116211"/>
              <a:gd name="connsiteY16" fmla="*/ 35125 h 270287"/>
              <a:gd name="connsiteX17" fmla="*/ 781997 w 1116211"/>
              <a:gd name="connsiteY17" fmla="*/ 34199 h 270287"/>
              <a:gd name="connsiteX18" fmla="*/ 786671 w 1116211"/>
              <a:gd name="connsiteY18" fmla="*/ 35125 h 270287"/>
              <a:gd name="connsiteX19" fmla="*/ 1040085 w 1116211"/>
              <a:gd name="connsiteY19" fmla="*/ 35125 h 270287"/>
              <a:gd name="connsiteX20" fmla="*/ 1040085 w 1116211"/>
              <a:gd name="connsiteY20" fmla="*/ 12688 h 270287"/>
              <a:gd name="connsiteX21" fmla="*/ 1052773 w 1116211"/>
              <a:gd name="connsiteY21" fmla="*/ 0 h 27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6211" h="270287">
                <a:moveTo>
                  <a:pt x="1103523" y="0"/>
                </a:moveTo>
                <a:cubicBezTo>
                  <a:pt x="1110530" y="0"/>
                  <a:pt x="1116211" y="5681"/>
                  <a:pt x="1116211" y="12688"/>
                </a:cubicBezTo>
                <a:lnTo>
                  <a:pt x="1116211" y="257599"/>
                </a:lnTo>
                <a:cubicBezTo>
                  <a:pt x="1116211" y="264606"/>
                  <a:pt x="1110530" y="270287"/>
                  <a:pt x="1103523" y="270287"/>
                </a:cubicBezTo>
                <a:lnTo>
                  <a:pt x="1052773" y="270287"/>
                </a:lnTo>
                <a:cubicBezTo>
                  <a:pt x="1045766" y="270287"/>
                  <a:pt x="1040085" y="264606"/>
                  <a:pt x="1040085" y="257599"/>
                </a:cubicBezTo>
                <a:lnTo>
                  <a:pt x="1040085" y="236725"/>
                </a:lnTo>
                <a:lnTo>
                  <a:pt x="416447" y="236725"/>
                </a:lnTo>
                <a:lnTo>
                  <a:pt x="416447" y="235120"/>
                </a:lnTo>
                <a:lnTo>
                  <a:pt x="100170" y="236220"/>
                </a:lnTo>
                <a:cubicBezTo>
                  <a:pt x="58822" y="236364"/>
                  <a:pt x="23258" y="211348"/>
                  <a:pt x="7980" y="175572"/>
                </a:cubicBezTo>
                <a:lnTo>
                  <a:pt x="0" y="136744"/>
                </a:lnTo>
                <a:lnTo>
                  <a:pt x="7709" y="97862"/>
                </a:lnTo>
                <a:cubicBezTo>
                  <a:pt x="22738" y="61981"/>
                  <a:pt x="58127" y="36718"/>
                  <a:pt x="99475" y="36574"/>
                </a:cubicBezTo>
                <a:lnTo>
                  <a:pt x="416447" y="35471"/>
                </a:lnTo>
                <a:lnTo>
                  <a:pt x="416449" y="35125"/>
                </a:lnTo>
                <a:lnTo>
                  <a:pt x="515761" y="35125"/>
                </a:lnTo>
                <a:lnTo>
                  <a:pt x="781997" y="34199"/>
                </a:lnTo>
                <a:lnTo>
                  <a:pt x="786671" y="35125"/>
                </a:lnTo>
                <a:lnTo>
                  <a:pt x="1040085" y="35125"/>
                </a:lnTo>
                <a:lnTo>
                  <a:pt x="1040085" y="12688"/>
                </a:lnTo>
                <a:cubicBezTo>
                  <a:pt x="1040085" y="5681"/>
                  <a:pt x="1045766" y="0"/>
                  <a:pt x="1052773" y="0"/>
                </a:cubicBezTo>
                <a:close/>
              </a:path>
            </a:pathLst>
          </a:custGeom>
          <a:solidFill>
            <a:schemeClr val="accent1">
              <a:lumMod val="7000"/>
              <a:lumOff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8" name="任意多边形: 形状 77"/>
          <p:cNvSpPr/>
          <p:nvPr>
            <p:custDataLst>
              <p:tags r:id="rId16"/>
            </p:custDataLst>
          </p:nvPr>
        </p:nvSpPr>
        <p:spPr>
          <a:xfrm rot="420000" flipH="1">
            <a:off x="6228313" y="2408766"/>
            <a:ext cx="1291502" cy="224365"/>
          </a:xfrm>
          <a:custGeom>
            <a:avLst/>
            <a:gdLst>
              <a:gd name="connsiteX0" fmla="*/ 25279 w 1116211"/>
              <a:gd name="connsiteY0" fmla="*/ 0 h 193913"/>
              <a:gd name="connsiteX1" fmla="*/ 1116211 w 1116211"/>
              <a:gd name="connsiteY1" fmla="*/ 133949 h 193913"/>
              <a:gd name="connsiteX2" fmla="*/ 1116211 w 1116211"/>
              <a:gd name="connsiteY2" fmla="*/ 181225 h 193913"/>
              <a:gd name="connsiteX3" fmla="*/ 1103523 w 1116211"/>
              <a:gd name="connsiteY3" fmla="*/ 193913 h 193913"/>
              <a:gd name="connsiteX4" fmla="*/ 1052773 w 1116211"/>
              <a:gd name="connsiteY4" fmla="*/ 193913 h 193913"/>
              <a:gd name="connsiteX5" fmla="*/ 1040085 w 1116211"/>
              <a:gd name="connsiteY5" fmla="*/ 181225 h 193913"/>
              <a:gd name="connsiteX6" fmla="*/ 1040085 w 1116211"/>
              <a:gd name="connsiteY6" fmla="*/ 160351 h 193913"/>
              <a:gd name="connsiteX7" fmla="*/ 416447 w 1116211"/>
              <a:gd name="connsiteY7" fmla="*/ 160351 h 193913"/>
              <a:gd name="connsiteX8" fmla="*/ 416447 w 1116211"/>
              <a:gd name="connsiteY8" fmla="*/ 158746 h 193913"/>
              <a:gd name="connsiteX9" fmla="*/ 100170 w 1116211"/>
              <a:gd name="connsiteY9" fmla="*/ 159846 h 193913"/>
              <a:gd name="connsiteX10" fmla="*/ 7980 w 1116211"/>
              <a:gd name="connsiteY10" fmla="*/ 99198 h 193913"/>
              <a:gd name="connsiteX11" fmla="*/ 0 w 1116211"/>
              <a:gd name="connsiteY11" fmla="*/ 60370 h 193913"/>
              <a:gd name="connsiteX12" fmla="*/ 7709 w 1116211"/>
              <a:gd name="connsiteY12" fmla="*/ 21488 h 19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6211" h="193913">
                <a:moveTo>
                  <a:pt x="25279" y="0"/>
                </a:moveTo>
                <a:lnTo>
                  <a:pt x="1116211" y="133949"/>
                </a:lnTo>
                <a:lnTo>
                  <a:pt x="1116211" y="181225"/>
                </a:lnTo>
                <a:cubicBezTo>
                  <a:pt x="1116211" y="188232"/>
                  <a:pt x="1110530" y="193913"/>
                  <a:pt x="1103523" y="193913"/>
                </a:cubicBezTo>
                <a:lnTo>
                  <a:pt x="1052773" y="193913"/>
                </a:lnTo>
                <a:cubicBezTo>
                  <a:pt x="1045766" y="193913"/>
                  <a:pt x="1040085" y="188232"/>
                  <a:pt x="1040085" y="181225"/>
                </a:cubicBezTo>
                <a:lnTo>
                  <a:pt x="1040085" y="160351"/>
                </a:lnTo>
                <a:lnTo>
                  <a:pt x="416447" y="160351"/>
                </a:lnTo>
                <a:lnTo>
                  <a:pt x="416447" y="158746"/>
                </a:lnTo>
                <a:lnTo>
                  <a:pt x="100170" y="159846"/>
                </a:lnTo>
                <a:cubicBezTo>
                  <a:pt x="58822" y="159990"/>
                  <a:pt x="23258" y="134974"/>
                  <a:pt x="7980" y="99198"/>
                </a:cubicBezTo>
                <a:lnTo>
                  <a:pt x="0" y="60370"/>
                </a:lnTo>
                <a:lnTo>
                  <a:pt x="7709" y="2148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矩形 2"/>
          <p:cNvSpPr/>
          <p:nvPr>
            <p:custDataLst>
              <p:tags r:id="rId17"/>
            </p:custDataLst>
          </p:nvPr>
        </p:nvSpPr>
        <p:spPr>
          <a:xfrm>
            <a:off x="1452125" y="1675863"/>
            <a:ext cx="2814864" cy="12583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30000"/>
              </a:lnSpc>
            </a:pPr>
            <a:r>
              <a:rPr lang="en-US" altLang="zh-CN" sz="1400" dirty="0">
                <a:solidFill>
                  <a:schemeClr val="tx1"/>
                </a:solidFill>
                <a:cs typeface="+mn-ea"/>
                <a:sym typeface="+mn-lt"/>
              </a:rPr>
              <a:t>           </a:t>
            </a:r>
            <a:r>
              <a:rPr lang="zh-CN" altLang="en-US" sz="1400" b="1" dirty="0">
                <a:solidFill>
                  <a:schemeClr val="tx1"/>
                </a:solidFill>
                <a:cs typeface="+mn-ea"/>
                <a:sym typeface="+mn-lt"/>
              </a:rPr>
              <a:t>收集南极部分区域公开气象数据（包括太阳高度角、日照时长、积雪厚度等），分析极地特殊环境（极昼极夜等）对光伏组件的影响机制。了解现阶段主流的相关辐照度算法</a:t>
            </a:r>
            <a:r>
              <a:rPr lang="en-US" altLang="zh-CN" sz="1400" b="1" dirty="0">
                <a:solidFill>
                  <a:schemeClr val="tx1"/>
                </a:solidFill>
                <a:cs typeface="+mn-ea"/>
                <a:sym typeface="+mn-lt"/>
              </a:rPr>
              <a:t>.</a:t>
            </a:r>
            <a:endParaRPr lang="en-US" altLang="zh-CN" sz="1400" dirty="0">
              <a:solidFill>
                <a:schemeClr val="tx1"/>
              </a:solidFill>
              <a:cs typeface="+mn-ea"/>
              <a:sym typeface="+mn-lt"/>
            </a:endParaRPr>
          </a:p>
          <a:p>
            <a:pPr algn="l">
              <a:lnSpc>
                <a:spcPct val="130000"/>
              </a:lnSpc>
            </a:pPr>
            <a:endParaRPr lang="en-US" altLang="zh-CN" sz="1400" dirty="0">
              <a:solidFill>
                <a:schemeClr val="tx1"/>
              </a:solidFill>
              <a:cs typeface="+mn-ea"/>
              <a:sym typeface="+mn-lt"/>
            </a:endParaRPr>
          </a:p>
          <a:p>
            <a:pPr algn="r">
              <a:lnSpc>
                <a:spcPct val="150000"/>
              </a:lnSpc>
            </a:pPr>
            <a:endParaRPr lang="zh-CN" altLang="en-US" sz="1400" kern="0" dirty="0">
              <a:ln>
                <a:noFill/>
                <a:prstDash val="sysDot"/>
              </a:ln>
              <a:solidFill>
                <a:schemeClr val="tx1">
                  <a:lumMod val="85000"/>
                  <a:lumOff val="15000"/>
                </a:schemeClr>
              </a:solidFill>
              <a:latin typeface="+mn-ea"/>
              <a:sym typeface="+mn-ea"/>
            </a:endParaRPr>
          </a:p>
        </p:txBody>
      </p:sp>
      <p:sp>
        <p:nvSpPr>
          <p:cNvPr id="25" name="矩形 5"/>
          <p:cNvSpPr/>
          <p:nvPr>
            <p:custDataLst>
              <p:tags r:id="rId18"/>
            </p:custDataLst>
          </p:nvPr>
        </p:nvSpPr>
        <p:spPr>
          <a:xfrm>
            <a:off x="782215" y="4412671"/>
            <a:ext cx="2814236" cy="1256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50000"/>
              </a:lnSpc>
            </a:pPr>
            <a:r>
              <a:rPr lang="en-US" altLang="zh-CN" sz="1400" kern="0" dirty="0">
                <a:ln>
                  <a:noFill/>
                  <a:prstDash val="sysDot"/>
                </a:ln>
                <a:solidFill>
                  <a:schemeClr val="tx1">
                    <a:lumMod val="85000"/>
                    <a:lumOff val="15000"/>
                  </a:schemeClr>
                </a:solidFill>
                <a:latin typeface="+mn-ea"/>
                <a:sym typeface="+mn-ea"/>
              </a:rPr>
              <a:t>.</a:t>
            </a:r>
            <a:endParaRPr lang="en-US" altLang="zh-CN" sz="1400" kern="0" dirty="0">
              <a:ln>
                <a:noFill/>
                <a:prstDash val="sysDot"/>
              </a:ln>
              <a:solidFill>
                <a:schemeClr val="tx1">
                  <a:lumMod val="85000"/>
                  <a:lumOff val="15000"/>
                </a:schemeClr>
              </a:solidFill>
              <a:latin typeface="+mn-ea"/>
              <a:sym typeface="+mn-ea"/>
            </a:endParaRPr>
          </a:p>
        </p:txBody>
      </p:sp>
      <p:sp>
        <p:nvSpPr>
          <p:cNvPr id="30" name="矩形 26"/>
          <p:cNvSpPr/>
          <p:nvPr>
            <p:custDataLst>
              <p:tags r:id="rId19"/>
            </p:custDataLst>
          </p:nvPr>
        </p:nvSpPr>
        <p:spPr>
          <a:xfrm>
            <a:off x="7885244" y="1830129"/>
            <a:ext cx="2814236" cy="1256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50000"/>
              </a:lnSpc>
            </a:pPr>
            <a:r>
              <a:rPr lang="en-US" altLang="zh-CN" sz="1400" b="1" kern="0" dirty="0">
                <a:ln>
                  <a:noFill/>
                  <a:prstDash val="sysDot"/>
                </a:ln>
                <a:solidFill>
                  <a:schemeClr val="tx1">
                    <a:lumMod val="85000"/>
                    <a:lumOff val="15000"/>
                  </a:schemeClr>
                </a:solidFill>
                <a:latin typeface="+mn-ea"/>
                <a:sym typeface="+mn-ea"/>
              </a:rPr>
              <a:t>       </a:t>
            </a:r>
            <a:r>
              <a:rPr lang="zh-CN" altLang="en-US" sz="1400" b="1" kern="0" dirty="0">
                <a:ln>
                  <a:noFill/>
                  <a:prstDash val="sysDot"/>
                </a:ln>
                <a:solidFill>
                  <a:schemeClr val="tx1">
                    <a:lumMod val="85000"/>
                    <a:lumOff val="15000"/>
                  </a:schemeClr>
                </a:solidFill>
                <a:latin typeface="+mn-ea"/>
                <a:sym typeface="+mn-ea"/>
              </a:rPr>
              <a:t>搭建简化的辐照度计算模型</a:t>
            </a:r>
            <a:r>
              <a:rPr lang="en-US" altLang="zh-CN" sz="1400" b="1" kern="0" dirty="0">
                <a:ln>
                  <a:noFill/>
                  <a:prstDash val="sysDot"/>
                </a:ln>
                <a:solidFill>
                  <a:schemeClr val="tx1">
                    <a:lumMod val="85000"/>
                    <a:lumOff val="15000"/>
                  </a:schemeClr>
                </a:solidFill>
                <a:latin typeface="+mn-ea"/>
                <a:sym typeface="+mn-ea"/>
              </a:rPr>
              <a:t>,</a:t>
            </a:r>
            <a:r>
              <a:rPr lang="zh-CN" altLang="en-US" sz="1400" b="1" kern="0" dirty="0">
                <a:ln>
                  <a:noFill/>
                  <a:prstDash val="sysDot"/>
                </a:ln>
                <a:solidFill>
                  <a:schemeClr val="tx1">
                    <a:lumMod val="85000"/>
                    <a:lumOff val="15000"/>
                  </a:schemeClr>
                </a:solidFill>
                <a:latin typeface="+mn-ea"/>
                <a:sym typeface="+mn-ea"/>
              </a:rPr>
              <a:t>整合精确地点、日期等参数</a:t>
            </a:r>
            <a:r>
              <a:rPr lang="en-US" altLang="zh-CN" sz="1400" b="1" kern="0" dirty="0">
                <a:ln>
                  <a:noFill/>
                  <a:prstDash val="sysDot"/>
                </a:ln>
                <a:solidFill>
                  <a:schemeClr val="tx1">
                    <a:lumMod val="85000"/>
                    <a:lumOff val="15000"/>
                  </a:schemeClr>
                </a:solidFill>
                <a:latin typeface="+mn-ea"/>
                <a:sym typeface="+mn-ea"/>
              </a:rPr>
              <a:t>,</a:t>
            </a:r>
            <a:r>
              <a:rPr lang="zh-CN" altLang="en-US" sz="1400" b="1" kern="0" dirty="0">
                <a:ln>
                  <a:noFill/>
                  <a:prstDash val="sysDot"/>
                </a:ln>
                <a:solidFill>
                  <a:schemeClr val="tx1">
                    <a:lumMod val="85000"/>
                    <a:lumOff val="15000"/>
                  </a:schemeClr>
                </a:solidFill>
                <a:latin typeface="+mn-ea"/>
                <a:sym typeface="+mn-ea"/>
              </a:rPr>
              <a:t>计算理论太阳辐照度</a:t>
            </a:r>
            <a:r>
              <a:rPr lang="en-US" altLang="zh-CN" sz="1400" b="1" kern="0" dirty="0">
                <a:ln>
                  <a:noFill/>
                  <a:prstDash val="sysDot"/>
                </a:ln>
                <a:solidFill>
                  <a:schemeClr val="tx1">
                    <a:lumMod val="85000"/>
                    <a:lumOff val="15000"/>
                  </a:schemeClr>
                </a:solidFill>
                <a:latin typeface="+mn-ea"/>
                <a:sym typeface="+mn-ea"/>
              </a:rPr>
              <a:t>. </a:t>
            </a:r>
            <a:r>
              <a:rPr lang="zh-CN" altLang="en-US" sz="1400" b="1" kern="0" dirty="0">
                <a:ln>
                  <a:noFill/>
                  <a:prstDash val="sysDot"/>
                </a:ln>
                <a:solidFill>
                  <a:schemeClr val="tx1">
                    <a:lumMod val="85000"/>
                    <a:lumOff val="15000"/>
                  </a:schemeClr>
                </a:solidFill>
                <a:latin typeface="+mn-ea"/>
                <a:sym typeface="+mn-ea"/>
              </a:rPr>
              <a:t>计算单个面的最佳俯仰角</a:t>
            </a:r>
            <a:r>
              <a:rPr lang="en-US" altLang="zh-CN" sz="1400" b="1" kern="0" dirty="0">
                <a:ln>
                  <a:noFill/>
                  <a:prstDash val="sysDot"/>
                </a:ln>
                <a:solidFill>
                  <a:schemeClr val="tx1">
                    <a:lumMod val="85000"/>
                    <a:lumOff val="15000"/>
                  </a:schemeClr>
                </a:solidFill>
                <a:latin typeface="+mn-ea"/>
                <a:sym typeface="+mn-ea"/>
              </a:rPr>
              <a:t>, </a:t>
            </a:r>
            <a:r>
              <a:rPr lang="zh-CN" altLang="en-US" sz="1400" b="1" kern="0" dirty="0">
                <a:ln>
                  <a:noFill/>
                  <a:prstDash val="sysDot"/>
                </a:ln>
                <a:solidFill>
                  <a:schemeClr val="tx1">
                    <a:lumMod val="85000"/>
                    <a:lumOff val="15000"/>
                  </a:schemeClr>
                </a:solidFill>
                <a:latin typeface="+mn-ea"/>
                <a:sym typeface="+mn-ea"/>
              </a:rPr>
              <a:t>设计组合之后</a:t>
            </a:r>
            <a:r>
              <a:rPr lang="en-US" altLang="zh-CN" sz="1400" b="1" kern="0" dirty="0">
                <a:ln>
                  <a:noFill/>
                  <a:prstDash val="sysDot"/>
                </a:ln>
                <a:solidFill>
                  <a:schemeClr val="tx1">
                    <a:lumMod val="85000"/>
                    <a:lumOff val="15000"/>
                  </a:schemeClr>
                </a:solidFill>
                <a:latin typeface="+mn-ea"/>
                <a:sym typeface="+mn-ea"/>
              </a:rPr>
              <a:t>, </a:t>
            </a:r>
            <a:r>
              <a:rPr lang="zh-CN" altLang="en-US" sz="1400" b="1" kern="0" dirty="0">
                <a:ln>
                  <a:noFill/>
                  <a:prstDash val="sysDot"/>
                </a:ln>
                <a:solidFill>
                  <a:schemeClr val="tx1">
                    <a:lumMod val="85000"/>
                    <a:lumOff val="15000"/>
                  </a:schemeClr>
                </a:solidFill>
                <a:latin typeface="+mn-ea"/>
                <a:sym typeface="+mn-ea"/>
              </a:rPr>
              <a:t>得出南极特定地点的各光伏组合的阴影遮挡比率</a:t>
            </a:r>
            <a:r>
              <a:rPr lang="en-US" altLang="zh-CN" sz="1400" b="1" kern="0" dirty="0">
                <a:ln>
                  <a:noFill/>
                  <a:prstDash val="sysDot"/>
                </a:ln>
                <a:solidFill>
                  <a:schemeClr val="tx1">
                    <a:lumMod val="85000"/>
                    <a:lumOff val="15000"/>
                  </a:schemeClr>
                </a:solidFill>
                <a:latin typeface="+mn-ea"/>
                <a:sym typeface="+mn-ea"/>
              </a:rPr>
              <a:t>.</a:t>
            </a:r>
            <a:endParaRPr lang="en-US" altLang="zh-CN" sz="1400" b="1" kern="0" dirty="0">
              <a:ln>
                <a:noFill/>
                <a:prstDash val="sysDot"/>
              </a:ln>
              <a:solidFill>
                <a:schemeClr val="tx1">
                  <a:lumMod val="85000"/>
                  <a:lumOff val="15000"/>
                </a:schemeClr>
              </a:solidFill>
              <a:latin typeface="+mn-ea"/>
              <a:sym typeface="+mn-ea"/>
            </a:endParaRPr>
          </a:p>
          <a:p>
            <a:pPr algn="l">
              <a:lnSpc>
                <a:spcPct val="150000"/>
              </a:lnSpc>
            </a:pPr>
            <a:endParaRPr lang="en-US" altLang="zh-CN" sz="1400" b="1" kern="0" dirty="0">
              <a:ln>
                <a:noFill/>
                <a:prstDash val="sysDot"/>
              </a:ln>
              <a:solidFill>
                <a:schemeClr val="tx1">
                  <a:lumMod val="85000"/>
                  <a:lumOff val="15000"/>
                </a:schemeClr>
              </a:solidFill>
              <a:latin typeface="+mn-ea"/>
              <a:sym typeface="+mn-ea"/>
            </a:endParaRPr>
          </a:p>
        </p:txBody>
      </p:sp>
      <p:sp>
        <p:nvSpPr>
          <p:cNvPr id="31" name="矩形 27"/>
          <p:cNvSpPr/>
          <p:nvPr>
            <p:custDataLst>
              <p:tags r:id="rId20"/>
            </p:custDataLst>
          </p:nvPr>
        </p:nvSpPr>
        <p:spPr>
          <a:xfrm>
            <a:off x="7886514" y="1444256"/>
            <a:ext cx="2812981" cy="3861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altLang="zh-CN" sz="2400" b="1" kern="0" dirty="0">
                <a:solidFill>
                  <a:schemeClr val="accent1"/>
                </a:solidFill>
                <a:cs typeface="+mn-lt"/>
              </a:rPr>
              <a:t>Step 02</a:t>
            </a:r>
            <a:endParaRPr lang="en-US" altLang="zh-CN" sz="2400" b="1" kern="0" dirty="0">
              <a:solidFill>
                <a:schemeClr val="accent1"/>
              </a:solidFill>
              <a:cs typeface="+mn-lt"/>
            </a:endParaRPr>
          </a:p>
        </p:txBody>
      </p:sp>
      <p:sp>
        <p:nvSpPr>
          <p:cNvPr id="32" name="矩形 28"/>
          <p:cNvSpPr/>
          <p:nvPr>
            <p:custDataLst>
              <p:tags r:id="rId21"/>
            </p:custDataLst>
          </p:nvPr>
        </p:nvSpPr>
        <p:spPr>
          <a:xfrm>
            <a:off x="7945569" y="4412633"/>
            <a:ext cx="2814236" cy="1256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30000"/>
              </a:lnSpc>
            </a:pPr>
            <a:r>
              <a:rPr lang="en-US" altLang="zh-CN" sz="1400" b="1" dirty="0">
                <a:solidFill>
                  <a:schemeClr val="tx1"/>
                </a:solidFill>
                <a:cs typeface="+mn-ea"/>
                <a:sym typeface="+mn-lt"/>
              </a:rPr>
              <a:t>      </a:t>
            </a:r>
            <a:r>
              <a:rPr lang="zh-CN" altLang="en-US" sz="1400" b="1" dirty="0">
                <a:solidFill>
                  <a:schemeClr val="tx1"/>
                </a:solidFill>
                <a:cs typeface="+mn-ea"/>
                <a:sym typeface="+mn-lt"/>
              </a:rPr>
              <a:t>在确定模型的参数之后</a:t>
            </a:r>
            <a:r>
              <a:rPr lang="en-US" altLang="zh-CN" sz="1400" b="1" dirty="0">
                <a:solidFill>
                  <a:schemeClr val="tx1"/>
                </a:solidFill>
                <a:cs typeface="+mn-ea"/>
                <a:sym typeface="+mn-lt"/>
              </a:rPr>
              <a:t>, </a:t>
            </a:r>
            <a:r>
              <a:rPr lang="zh-CN" altLang="en-US" sz="1400" b="1" dirty="0">
                <a:solidFill>
                  <a:schemeClr val="tx1"/>
                </a:solidFill>
                <a:cs typeface="+mn-ea"/>
                <a:sym typeface="+mn-lt"/>
              </a:rPr>
              <a:t>用仿真软件搭建模型</a:t>
            </a:r>
            <a:r>
              <a:rPr lang="en-US" altLang="zh-CN" sz="1400" b="1" dirty="0">
                <a:solidFill>
                  <a:schemeClr val="tx1"/>
                </a:solidFill>
                <a:cs typeface="+mn-ea"/>
                <a:sym typeface="+mn-lt"/>
              </a:rPr>
              <a:t>, </a:t>
            </a:r>
            <a:r>
              <a:rPr lang="zh-CN" altLang="en-US" sz="1400" b="1" dirty="0">
                <a:solidFill>
                  <a:schemeClr val="tx1"/>
                </a:solidFill>
                <a:cs typeface="+mn-ea"/>
                <a:sym typeface="+mn-lt"/>
              </a:rPr>
              <a:t>再次验证模拟数据的准确性</a:t>
            </a:r>
            <a:r>
              <a:rPr lang="en-US" altLang="zh-CN" sz="1400" b="1" dirty="0">
                <a:solidFill>
                  <a:schemeClr val="tx1"/>
                </a:solidFill>
                <a:cs typeface="+mn-ea"/>
                <a:sym typeface="+mn-lt"/>
              </a:rPr>
              <a:t>.</a:t>
            </a:r>
            <a:r>
              <a:rPr lang="zh-CN" altLang="en-US" sz="1400" b="1" dirty="0">
                <a:solidFill>
                  <a:schemeClr val="tx1"/>
                </a:solidFill>
                <a:cs typeface="+mn-ea"/>
                <a:sym typeface="+mn-lt"/>
              </a:rPr>
              <a:t>最后</a:t>
            </a:r>
            <a:r>
              <a:rPr lang="en-US" altLang="zh-CN" sz="1400" b="1" dirty="0">
                <a:solidFill>
                  <a:schemeClr val="tx1"/>
                </a:solidFill>
                <a:cs typeface="+mn-ea"/>
                <a:sym typeface="+mn-lt"/>
              </a:rPr>
              <a:t>, </a:t>
            </a:r>
            <a:r>
              <a:rPr lang="zh-CN" altLang="en-US" sz="1400" b="1" dirty="0">
                <a:solidFill>
                  <a:schemeClr val="tx1"/>
                </a:solidFill>
                <a:cs typeface="+mn-ea"/>
                <a:sym typeface="+mn-lt"/>
              </a:rPr>
              <a:t>利用实验室的光伏板进行实物搭建</a:t>
            </a:r>
            <a:r>
              <a:rPr lang="en-US" altLang="zh-CN" sz="1400" b="1" dirty="0">
                <a:solidFill>
                  <a:schemeClr val="tx1"/>
                </a:solidFill>
                <a:cs typeface="+mn-ea"/>
                <a:sym typeface="+mn-lt"/>
              </a:rPr>
              <a:t>.</a:t>
            </a:r>
            <a:endParaRPr lang="en-US" altLang="zh-CN" sz="1400" b="1" kern="0" dirty="0">
              <a:ln>
                <a:noFill/>
                <a:prstDash val="sysDot"/>
              </a:ln>
              <a:solidFill>
                <a:schemeClr val="tx1">
                  <a:lumMod val="85000"/>
                  <a:lumOff val="15000"/>
                </a:schemeClr>
              </a:solidFill>
              <a:latin typeface="+mn-ea"/>
              <a:sym typeface="+mn-ea"/>
            </a:endParaRPr>
          </a:p>
        </p:txBody>
      </p:sp>
      <p:sp>
        <p:nvSpPr>
          <p:cNvPr id="33" name="矩形 1"/>
          <p:cNvSpPr/>
          <p:nvPr>
            <p:custDataLst>
              <p:tags r:id="rId22"/>
            </p:custDataLst>
          </p:nvPr>
        </p:nvSpPr>
        <p:spPr>
          <a:xfrm>
            <a:off x="7945569" y="3901030"/>
            <a:ext cx="2812981" cy="3861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altLang="zh-CN" sz="2400" b="1" kern="0" dirty="0">
                <a:solidFill>
                  <a:schemeClr val="tx1"/>
                </a:solidFill>
                <a:cs typeface="+mn-lt"/>
              </a:rPr>
              <a:t>Step 04</a:t>
            </a:r>
            <a:endParaRPr lang="en-US" altLang="zh-CN" sz="2400" b="1" kern="0" dirty="0">
              <a:solidFill>
                <a:schemeClr val="tx1"/>
              </a:solidFill>
              <a:cs typeface="+mn-lt"/>
            </a:endParaRPr>
          </a:p>
        </p:txBody>
      </p:sp>
      <p:sp>
        <p:nvSpPr>
          <p:cNvPr id="34" name="矩形 3"/>
          <p:cNvSpPr/>
          <p:nvPr>
            <p:custDataLst>
              <p:tags r:id="rId23"/>
            </p:custDataLst>
          </p:nvPr>
        </p:nvSpPr>
        <p:spPr>
          <a:xfrm>
            <a:off x="1452694" y="4486879"/>
            <a:ext cx="2814236" cy="1256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50000"/>
              </a:lnSpc>
            </a:pPr>
            <a:r>
              <a:rPr lang="en-US" altLang="zh-CN" sz="1400" kern="0" dirty="0">
                <a:ln>
                  <a:noFill/>
                  <a:prstDash val="sysDot"/>
                </a:ln>
                <a:solidFill>
                  <a:schemeClr val="tx1">
                    <a:lumMod val="85000"/>
                    <a:lumOff val="15000"/>
                  </a:schemeClr>
                </a:solidFill>
                <a:latin typeface="+mn-ea"/>
                <a:sym typeface="+mn-ea"/>
              </a:rPr>
              <a:t>       </a:t>
            </a:r>
            <a:r>
              <a:rPr lang="zh-CN" altLang="en-US" sz="1400" b="1" kern="0" dirty="0">
                <a:ln>
                  <a:noFill/>
                  <a:prstDash val="sysDot"/>
                </a:ln>
                <a:solidFill>
                  <a:schemeClr val="tx1">
                    <a:lumMod val="85000"/>
                    <a:lumOff val="15000"/>
                  </a:schemeClr>
                </a:solidFill>
                <a:latin typeface="+mn-ea"/>
                <a:sym typeface="+mn-ea"/>
              </a:rPr>
              <a:t>量化考虑阵列模型辐照度的波动性和积雪等情况</a:t>
            </a:r>
            <a:r>
              <a:rPr lang="en-US" altLang="zh-CN" sz="1400" b="1" kern="0" dirty="0">
                <a:ln>
                  <a:noFill/>
                  <a:prstDash val="sysDot"/>
                </a:ln>
                <a:solidFill>
                  <a:schemeClr val="tx1">
                    <a:lumMod val="85000"/>
                    <a:lumOff val="15000"/>
                  </a:schemeClr>
                </a:solidFill>
                <a:latin typeface="+mn-ea"/>
                <a:sym typeface="+mn-ea"/>
              </a:rPr>
              <a:t>. </a:t>
            </a:r>
            <a:r>
              <a:rPr lang="zh-CN" altLang="en-US" sz="1400" b="1" kern="0" dirty="0">
                <a:ln>
                  <a:noFill/>
                  <a:prstDash val="sysDot"/>
                </a:ln>
                <a:solidFill>
                  <a:schemeClr val="tx1">
                    <a:lumMod val="85000"/>
                    <a:lumOff val="15000"/>
                  </a:schemeClr>
                </a:solidFill>
                <a:latin typeface="+mn-ea"/>
                <a:sym typeface="+mn-ea"/>
              </a:rPr>
              <a:t>优化模型和算法</a:t>
            </a:r>
            <a:endParaRPr lang="zh-CN" altLang="en-US" sz="1400" b="1" kern="0" dirty="0">
              <a:ln>
                <a:noFill/>
                <a:prstDash val="sysDot"/>
              </a:ln>
              <a:solidFill>
                <a:schemeClr val="tx1">
                  <a:lumMod val="85000"/>
                  <a:lumOff val="15000"/>
                </a:schemeClr>
              </a:solidFill>
              <a:latin typeface="+mn-ea"/>
              <a:sym typeface="+mn-ea"/>
            </a:endParaRPr>
          </a:p>
        </p:txBody>
      </p:sp>
      <p:sp>
        <p:nvSpPr>
          <p:cNvPr id="3" name="灯片编号占位符 2"/>
          <p:cNvSpPr>
            <a:spLocks noGrp="1"/>
          </p:cNvSpPr>
          <p:nvPr>
            <p:ph type="sldNum" sz="quarter" idx="12"/>
          </p:nvPr>
        </p:nvSpPr>
        <p:spPr>
          <a:xfrm>
            <a:off x="8719520" y="6356349"/>
            <a:ext cx="2743200" cy="365125"/>
          </a:xfrm>
        </p:spPr>
        <p:txBody>
          <a:bodyPr/>
          <a:p>
            <a:fld id="{2515AB8F-1C56-49E9-90C8-78D22B0C1B97}" type="slidenum">
              <a:rPr lang="zh-CN" altLang="en-US" smtClean="0"/>
            </a:fld>
            <a:endParaRPr lang="zh-CN" altLang="en-US" dirty="0"/>
          </a:p>
        </p:txBody>
      </p:sp>
    </p:spTree>
    <p:custDataLst>
      <p:tags r:id="rId2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4355494" y="1239761"/>
            <a:ext cx="7021811"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6000" b="1" dirty="0">
                <a:solidFill>
                  <a:schemeClr val="accent1"/>
                </a:solidFill>
                <a:cs typeface="+mn-ea"/>
                <a:sym typeface="+mn-ea"/>
              </a:rPr>
              <a:t>现有进程</a:t>
            </a:r>
            <a:endParaRPr lang="zh-CN" altLang="en-US" sz="6000" b="1" dirty="0">
              <a:solidFill>
                <a:schemeClr val="accent1"/>
              </a:solidFill>
              <a:cs typeface="+mn-ea"/>
              <a:sym typeface="+mn-lt"/>
            </a:endParaRPr>
          </a:p>
        </p:txBody>
      </p:sp>
      <p:sp>
        <p:nvSpPr>
          <p:cNvPr id="64" name="矩形 63"/>
          <p:cNvSpPr/>
          <p:nvPr/>
        </p:nvSpPr>
        <p:spPr>
          <a:xfrm>
            <a:off x="8043545" y="4221480"/>
            <a:ext cx="3002915" cy="955040"/>
          </a:xfrm>
          <a:prstGeom prst="rect">
            <a:avLst/>
          </a:prstGeom>
        </p:spPr>
        <p:txBody>
          <a:bodyPr wrap="square" lIns="0" rIns="0">
            <a:noAutofit/>
          </a:bodyPr>
          <a:lstStyle/>
          <a:p>
            <a:pPr algn="r">
              <a:lnSpc>
                <a:spcPct val="130000"/>
              </a:lnSpc>
            </a:pPr>
            <a:endParaRPr lang="zh-CN" altLang="en-US" sz="2800" dirty="0">
              <a:solidFill>
                <a:schemeClr val="accent1"/>
              </a:solidFill>
              <a:cs typeface="+mn-ea"/>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custDataLst>
              <p:tags r:id="rId1"/>
            </p:custDataLst>
          </p:nvPr>
        </p:nvSpPr>
        <p:spPr>
          <a:xfrm>
            <a:off x="6068060" y="1559560"/>
            <a:ext cx="5100320" cy="4224020"/>
          </a:xfrm>
          <a:prstGeom prst="rect">
            <a:avLst/>
          </a:prstGeom>
          <a:gradFill>
            <a:gsLst>
              <a:gs pos="0">
                <a:schemeClr val="accent1">
                  <a:lumMod val="60000"/>
                  <a:lumOff val="40000"/>
                  <a:alpha val="35000"/>
                </a:schemeClr>
              </a:gs>
              <a:gs pos="100000">
                <a:schemeClr val="accent1">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2"/>
            </p:custDataLst>
          </p:nvPr>
        </p:nvSpPr>
        <p:spPr/>
        <p:txBody>
          <a:bodyPr/>
          <a:lstStyle/>
          <a:p>
            <a:r>
              <a:rPr lang="zh-CN" altLang="en-US"/>
              <a:t>现有进程</a:t>
            </a:r>
            <a:endParaRPr lang="zh-CN" altLang="en-US"/>
          </a:p>
        </p:txBody>
      </p:sp>
      <p:sp>
        <p:nvSpPr>
          <p:cNvPr id="63" name="文本框 62"/>
          <p:cNvSpPr txBox="1"/>
          <p:nvPr>
            <p:custDataLst>
              <p:tags r:id="rId3"/>
            </p:custDataLst>
          </p:nvPr>
        </p:nvSpPr>
        <p:spPr>
          <a:xfrm>
            <a:off x="609600" y="2476500"/>
            <a:ext cx="4959350" cy="2823845"/>
          </a:xfrm>
          <a:prstGeom prst="rect">
            <a:avLst/>
          </a:prstGeom>
          <a:noFill/>
        </p:spPr>
        <p:txBody>
          <a:bodyPr wrap="square" lIns="0" tIns="0" rIns="0" bIns="0" rtlCol="0">
            <a:normAutofit/>
          </a:bodyPr>
          <a:lstStyle/>
          <a:p>
            <a:pPr indent="0" algn="l" fontAlgn="auto">
              <a:lnSpc>
                <a:spcPct val="150000"/>
              </a:lnSpc>
            </a:pPr>
            <a:r>
              <a:rPr lang="zh-CN" altLang="en-US" sz="2800" kern="0" dirty="0">
                <a:ln>
                  <a:noFill/>
                  <a:prstDash val="sysDot"/>
                </a:ln>
                <a:solidFill>
                  <a:schemeClr val="tx1">
                    <a:lumMod val="85000"/>
                    <a:lumOff val="15000"/>
                  </a:schemeClr>
                </a:solidFill>
                <a:latin typeface="+mn-ea"/>
                <a:sym typeface="+mn-ea"/>
              </a:rPr>
              <a:t>单板算法验证</a:t>
            </a:r>
            <a:endParaRPr lang="zh-CN" altLang="en-US" sz="2800" kern="0" dirty="0">
              <a:ln>
                <a:noFill/>
                <a:prstDash val="sysDot"/>
              </a:ln>
              <a:solidFill>
                <a:schemeClr val="tx1">
                  <a:lumMod val="85000"/>
                  <a:lumOff val="15000"/>
                </a:schemeClr>
              </a:solidFill>
              <a:latin typeface="+mn-ea"/>
              <a:sym typeface="+mn-ea"/>
            </a:endParaRPr>
          </a:p>
        </p:txBody>
      </p:sp>
      <p:sp>
        <p:nvSpPr>
          <p:cNvPr id="6" name="装饰"/>
          <p:cNvSpPr/>
          <p:nvPr>
            <p:custDataLst>
              <p:tags r:id="rId4"/>
            </p:custDataLst>
          </p:nvPr>
        </p:nvSpPr>
        <p:spPr>
          <a:xfrm rot="10800000">
            <a:off x="609600" y="1805305"/>
            <a:ext cx="438150" cy="379095"/>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lumMod val="60000"/>
              <a:lumOff val="40000"/>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28" name="直接连接符 27"/>
          <p:cNvCxnSpPr/>
          <p:nvPr>
            <p:custDataLst>
              <p:tags r:id="rId5"/>
            </p:custDataLst>
          </p:nvPr>
        </p:nvCxnSpPr>
        <p:spPr>
          <a:xfrm>
            <a:off x="609600" y="5602605"/>
            <a:ext cx="4859020" cy="0"/>
          </a:xfrm>
          <a:prstGeom prst="line">
            <a:avLst/>
          </a:prstGeom>
          <a:ln w="25400">
            <a:solidFill>
              <a:schemeClr val="accent1">
                <a:lumMod val="60000"/>
                <a:lumOff val="40000"/>
                <a:alpha val="50000"/>
              </a:schemeClr>
            </a:solidFill>
          </a:ln>
        </p:spPr>
        <p:style>
          <a:lnRef idx="2">
            <a:schemeClr val="accent1"/>
          </a:lnRef>
          <a:fillRef idx="0">
            <a:srgbClr val="FFFFFF"/>
          </a:fillRef>
          <a:effectRef idx="0">
            <a:srgbClr val="FFFFFF"/>
          </a:effectRef>
          <a:fontRef idx="minor">
            <a:schemeClr val="tx1"/>
          </a:fontRef>
        </p:style>
      </p:cxnSp>
      <p:pic>
        <p:nvPicPr>
          <p:cNvPr id="4" name="图片 3" descr="F:/素材图片5/jimeng-2025-07-22-5245-两瓶洗发水放置在枯木和青苔背景前，周围洗发水周围放有的丹参、艾叶，上方画面大面积_.jpgjimeng-2025-07-22-5245-两瓶洗发水放置在枯木和青苔背景前，周围洗发水周围放有的丹参、艾叶，上方画面大面积_"/>
          <p:cNvPicPr>
            <a:picLocks noChangeAspect="1"/>
          </p:cNvPicPr>
          <p:nvPr>
            <p:custDataLst>
              <p:tags r:id="rId6"/>
            </p:custDataLst>
          </p:nvPr>
        </p:nvPicPr>
        <p:blipFill>
          <a:blip r:embed="rId7"/>
          <a:srcRect l="11785" r="11785"/>
          <a:stretch>
            <a:fillRect/>
          </a:stretch>
        </p:blipFill>
        <p:spPr>
          <a:xfrm>
            <a:off x="4994910" y="955040"/>
            <a:ext cx="5910580" cy="4828540"/>
          </a:xfrm>
          <a:custGeom>
            <a:avLst/>
            <a:gdLst/>
            <a:ahLst/>
            <a:cxnLst>
              <a:cxn ang="3">
                <a:pos x="hc" y="t"/>
              </a:cxn>
              <a:cxn ang="cd2">
                <a:pos x="l" y="vc"/>
              </a:cxn>
              <a:cxn ang="cd4">
                <a:pos x="hc" y="b"/>
              </a:cxn>
              <a:cxn ang="0">
                <a:pos x="r" y="vc"/>
              </a:cxn>
            </a:cxnLst>
            <a:rect l="l" t="t" r="r" b="b"/>
            <a:pathLst>
              <a:path w="7203" h="5885">
                <a:moveTo>
                  <a:pt x="0" y="0"/>
                </a:moveTo>
                <a:lnTo>
                  <a:pt x="7203" y="0"/>
                </a:lnTo>
                <a:lnTo>
                  <a:pt x="7203" y="5885"/>
                </a:lnTo>
                <a:lnTo>
                  <a:pt x="0" y="5885"/>
                </a:lnTo>
                <a:lnTo>
                  <a:pt x="0" y="0"/>
                </a:lnTo>
                <a:close/>
              </a:path>
            </a:pathLst>
          </a:custGeom>
          <a:solidFill>
            <a:schemeClr val="accent1"/>
          </a:solidFill>
          <a:ln w="22225">
            <a:gradFill>
              <a:gsLst>
                <a:gs pos="0">
                  <a:schemeClr val="accent1"/>
                </a:gs>
                <a:gs pos="100000">
                  <a:schemeClr val="accent1">
                    <a:lumMod val="60000"/>
                    <a:lumOff val="40000"/>
                    <a:alpha val="0"/>
                  </a:schemeClr>
                </a:gs>
              </a:gsLst>
              <a:lin ang="5400000" scaled="1"/>
            </a:gradFill>
          </a:ln>
          <a:effectLst>
            <a:reflection blurRad="12700" stA="24000" endA="300" endPos="19000" dir="5400000" sy="-100000" algn="bl" rotWithShape="0"/>
          </a:effectLst>
        </p:spPr>
      </p:pic>
      <p:sp>
        <p:nvSpPr>
          <p:cNvPr id="3" name="灯片编号占位符 2"/>
          <p:cNvSpPr>
            <a:spLocks noGrp="1"/>
          </p:cNvSpPr>
          <p:nvPr>
            <p:ph type="sldNum" sz="quarter" idx="12"/>
          </p:nvPr>
        </p:nvSpPr>
        <p:spPr/>
        <p:txBody>
          <a:bodyPr/>
          <a:p>
            <a:fld id="{2515AB8F-1C56-49E9-90C8-78D22B0C1B97}" type="slidenum">
              <a:rPr lang="zh-CN" altLang="en-US" smtClean="0"/>
            </a:fld>
            <a:endParaRPr lang="zh-CN" altLang="en-US" dirty="0"/>
          </a:p>
        </p:txBody>
      </p:sp>
    </p:spTree>
    <p:custDataLst>
      <p:tags r:id="rId8"/>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形状 44"/>
          <p:cNvSpPr/>
          <p:nvPr>
            <p:custDataLst>
              <p:tags r:id="rId1"/>
            </p:custDataLst>
          </p:nvPr>
        </p:nvSpPr>
        <p:spPr>
          <a:xfrm>
            <a:off x="5332095" y="2138680"/>
            <a:ext cx="6859905" cy="173990"/>
          </a:xfrm>
          <a:custGeom>
            <a:avLst/>
            <a:gdLst>
              <a:gd name="connsiteX0" fmla="*/ 0 w 10803"/>
              <a:gd name="connsiteY0" fmla="*/ 0 h 274"/>
              <a:gd name="connsiteX1" fmla="*/ 346 w 10803"/>
              <a:gd name="connsiteY1" fmla="*/ 1 h 274"/>
              <a:gd name="connsiteX2" fmla="*/ 668 w 10803"/>
              <a:gd name="connsiteY2" fmla="*/ 272 h 274"/>
              <a:gd name="connsiteX3" fmla="*/ 10803 w 10803"/>
              <a:gd name="connsiteY3" fmla="*/ 274 h 274"/>
            </a:gdLst>
            <a:ahLst/>
            <a:cxnLst>
              <a:cxn ang="0">
                <a:pos x="connsiteX0" y="connsiteY0"/>
              </a:cxn>
              <a:cxn ang="0">
                <a:pos x="connsiteX1" y="connsiteY1"/>
              </a:cxn>
              <a:cxn ang="0">
                <a:pos x="connsiteX2" y="connsiteY2"/>
              </a:cxn>
              <a:cxn ang="0">
                <a:pos x="connsiteX3" y="connsiteY3"/>
              </a:cxn>
            </a:cxnLst>
            <a:rect l="l" t="t" r="r" b="b"/>
            <a:pathLst>
              <a:path w="10803" h="274">
                <a:moveTo>
                  <a:pt x="0" y="0"/>
                </a:moveTo>
                <a:lnTo>
                  <a:pt x="346" y="1"/>
                </a:lnTo>
                <a:lnTo>
                  <a:pt x="668" y="272"/>
                </a:lnTo>
                <a:lnTo>
                  <a:pt x="10803" y="274"/>
                </a:lnTo>
              </a:path>
            </a:pathLst>
          </a:custGeom>
          <a:noFill/>
          <a:ln w="6350">
            <a:gradFill>
              <a:gsLst>
                <a:gs pos="0">
                  <a:schemeClr val="accent1">
                    <a:alpha val="27000"/>
                  </a:schemeClr>
                </a:gs>
                <a:gs pos="100000">
                  <a:schemeClr val="accent1">
                    <a:alpha val="100000"/>
                  </a:schemeClr>
                </a:gs>
              </a:gsLst>
              <a:lin ang="10800000" scaled="1"/>
            </a:gradFill>
            <a:headEnd type="diamond" w="med" len="med"/>
            <a:tailEnd type="diamo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7" name="标题 16"/>
          <p:cNvSpPr>
            <a:spLocks noGrp="1"/>
          </p:cNvSpPr>
          <p:nvPr>
            <p:ph type="title"/>
            <p:custDataLst>
              <p:tags r:id="rId2"/>
            </p:custDataLst>
          </p:nvPr>
        </p:nvSpPr>
        <p:spPr/>
        <p:txBody>
          <a:bodyPr/>
          <a:lstStyle/>
          <a:p>
            <a:r>
              <a:rPr lang="zh-CN" altLang="en-US"/>
              <a:t>现有进程</a:t>
            </a:r>
            <a:endParaRPr lang="zh-CN" altLang="en-US"/>
          </a:p>
        </p:txBody>
      </p:sp>
      <p:sp>
        <p:nvSpPr>
          <p:cNvPr id="2" name="矩形 1"/>
          <p:cNvSpPr/>
          <p:nvPr>
            <p:custDataLst>
              <p:tags r:id="rId3"/>
            </p:custDataLst>
          </p:nvPr>
        </p:nvSpPr>
        <p:spPr>
          <a:xfrm>
            <a:off x="6051550" y="2727538"/>
            <a:ext cx="6446520" cy="3993938"/>
          </a:xfrm>
          <a:prstGeom prst="rect">
            <a:avLst/>
          </a:prstGeom>
          <a:noFill/>
        </p:spPr>
        <p:txBody>
          <a:bodyPr wrap="square" lIns="0" tIns="0" rIns="0" bIns="0" rtlCol="0" anchor="t" anchorCtr="0">
            <a:normAutofit/>
          </a:bodyPr>
          <a:lstStyle/>
          <a:p>
            <a:pPr marL="457200" lvl="1" algn="just">
              <a:lnSpc>
                <a:spcPct val="150000"/>
              </a:lnSpc>
              <a:spcBef>
                <a:spcPct val="0"/>
              </a:spcBef>
              <a:spcAft>
                <a:spcPct val="0"/>
              </a:spcAft>
            </a:pPr>
            <a:r>
              <a:rPr lang="zh-CN" altLang="en-US" sz="1600">
                <a:solidFill>
                  <a:schemeClr val="tx1">
                    <a:lumMod val="85000"/>
                    <a:lumOff val="15000"/>
                  </a:schemeClr>
                </a:solidFill>
                <a:latin typeface="+mn-ea"/>
                <a:cs typeface="+mn-ea"/>
                <a:sym typeface="+mn-ea"/>
              </a:rPr>
              <a:t>确定了垂直摆放的方案</a:t>
            </a:r>
            <a:endParaRPr lang="zh-CN" altLang="en-US" sz="1600">
              <a:solidFill>
                <a:schemeClr val="tx1">
                  <a:lumMod val="85000"/>
                  <a:lumOff val="15000"/>
                </a:schemeClr>
              </a:solidFill>
              <a:latin typeface="+mn-ea"/>
              <a:cs typeface="+mn-ea"/>
              <a:sym typeface="+mn-ea"/>
            </a:endParaRPr>
          </a:p>
        </p:txBody>
      </p:sp>
      <p:sp>
        <p:nvSpPr>
          <p:cNvPr id="3" name="矩形 2"/>
          <p:cNvSpPr/>
          <p:nvPr>
            <p:custDataLst>
              <p:tags r:id="rId4"/>
            </p:custDataLst>
          </p:nvPr>
        </p:nvSpPr>
        <p:spPr>
          <a:xfrm>
            <a:off x="6402705" y="2070312"/>
            <a:ext cx="6446520" cy="498475"/>
          </a:xfrm>
          <a:prstGeom prst="rect">
            <a:avLst/>
          </a:prstGeom>
          <a:noFill/>
        </p:spPr>
        <p:txBody>
          <a:bodyPr wrap="square" lIns="0" tIns="0" rIns="0" bIns="0" rtlCol="0" anchor="b">
            <a:normAutofit/>
          </a:bodyPr>
          <a:lstStyle/>
          <a:p>
            <a:pPr>
              <a:spcBef>
                <a:spcPct val="0"/>
              </a:spcBef>
              <a:spcAft>
                <a:spcPct val="0"/>
              </a:spcAft>
            </a:pPr>
            <a:r>
              <a:rPr lang="zh-CN" altLang="en-US" sz="2800" b="1">
                <a:solidFill>
                  <a:schemeClr val="tx1">
                    <a:lumMod val="85000"/>
                    <a:lumOff val="15000"/>
                  </a:schemeClr>
                </a:solidFill>
                <a:latin typeface="+mn-ea"/>
                <a:cs typeface="+mn-ea"/>
                <a:sym typeface="+mn-ea"/>
              </a:rPr>
              <a:t>最优俯仰角推算</a:t>
            </a:r>
            <a:endParaRPr lang="zh-CN" altLang="en-US" sz="2800" b="1">
              <a:solidFill>
                <a:schemeClr val="tx1">
                  <a:lumMod val="85000"/>
                  <a:lumOff val="15000"/>
                </a:schemeClr>
              </a:solidFill>
              <a:latin typeface="+mn-ea"/>
              <a:cs typeface="+mn-ea"/>
              <a:sym typeface="+mn-ea"/>
            </a:endParaRPr>
          </a:p>
          <a:p>
            <a:pPr>
              <a:spcBef>
                <a:spcPct val="0"/>
              </a:spcBef>
              <a:spcAft>
                <a:spcPct val="0"/>
              </a:spcAft>
            </a:pPr>
            <a:endParaRPr lang="zh-CN" altLang="en-US" sz="2800" b="1">
              <a:solidFill>
                <a:schemeClr val="accent1"/>
              </a:solidFill>
              <a:latin typeface="+mn-ea"/>
              <a:cs typeface="+mn-ea"/>
              <a:sym typeface="+mn-ea"/>
            </a:endParaRPr>
          </a:p>
        </p:txBody>
      </p:sp>
      <p:pic>
        <p:nvPicPr>
          <p:cNvPr id="10" name="图片 9" descr="8168369_"/>
          <p:cNvPicPr>
            <a:picLocks noChangeAspect="1"/>
          </p:cNvPicPr>
          <p:nvPr>
            <p:custDataLst>
              <p:tags r:id="rId5"/>
            </p:custDataLst>
          </p:nvPr>
        </p:nvPicPr>
        <p:blipFill>
          <a:blip r:embed="rId6"/>
          <a:srcRect l="5970" r="5970"/>
          <a:stretch>
            <a:fillRect/>
          </a:stretch>
        </p:blipFill>
        <p:spPr>
          <a:xfrm>
            <a:off x="590550" y="1099185"/>
            <a:ext cx="5410200" cy="5257165"/>
          </a:xfrm>
          <a:custGeom>
            <a:avLst/>
            <a:gdLst/>
            <a:ahLst/>
            <a:cxnLst>
              <a:cxn ang="3">
                <a:pos x="hc" y="t"/>
              </a:cxn>
              <a:cxn ang="cd2">
                <a:pos x="l" y="vc"/>
              </a:cxn>
              <a:cxn ang="cd4">
                <a:pos x="hc" y="b"/>
              </a:cxn>
              <a:cxn ang="0">
                <a:pos x="r" y="vc"/>
              </a:cxn>
            </a:cxnLst>
            <a:rect l="l" t="t" r="r" b="b"/>
            <a:pathLst>
              <a:path w="5133" h="4987">
                <a:moveTo>
                  <a:pt x="0" y="0"/>
                </a:moveTo>
                <a:lnTo>
                  <a:pt x="5133" y="0"/>
                </a:lnTo>
                <a:lnTo>
                  <a:pt x="5133" y="4987"/>
                </a:lnTo>
                <a:lnTo>
                  <a:pt x="0" y="4987"/>
                </a:lnTo>
                <a:lnTo>
                  <a:pt x="0" y="0"/>
                </a:lnTo>
                <a:close/>
              </a:path>
            </a:pathLst>
          </a:custGeom>
          <a:ln>
            <a:gradFill>
              <a:gsLst>
                <a:gs pos="0">
                  <a:schemeClr val="accent1">
                    <a:alpha val="0"/>
                  </a:schemeClr>
                </a:gs>
                <a:gs pos="100000">
                  <a:schemeClr val="accent1"/>
                </a:gs>
              </a:gsLst>
              <a:lin ang="16200000" scaled="1"/>
            </a:gradFill>
          </a:ln>
        </p:spPr>
      </p:pic>
      <p:sp>
        <p:nvSpPr>
          <p:cNvPr id="107" name="矩形 106"/>
          <p:cNvSpPr/>
          <p:nvPr>
            <p:custDataLst>
              <p:tags r:id="rId7"/>
            </p:custDataLst>
          </p:nvPr>
        </p:nvSpPr>
        <p:spPr>
          <a:xfrm>
            <a:off x="4484053" y="1860711"/>
            <a:ext cx="97663" cy="976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custDataLst>
              <p:tags r:id="rId8"/>
            </p:custDataLst>
          </p:nvPr>
        </p:nvSpPr>
        <p:spPr>
          <a:xfrm>
            <a:off x="4484053" y="5583567"/>
            <a:ext cx="97663" cy="976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任意多边形: 形状 115"/>
          <p:cNvSpPr/>
          <p:nvPr>
            <p:custDataLst>
              <p:tags r:id="rId9"/>
            </p:custDataLst>
          </p:nvPr>
        </p:nvSpPr>
        <p:spPr>
          <a:xfrm>
            <a:off x="842010" y="5635706"/>
            <a:ext cx="1264920" cy="72390"/>
          </a:xfrm>
          <a:custGeom>
            <a:avLst/>
            <a:gdLst>
              <a:gd name="connsiteX0" fmla="*/ 0 w 1264920"/>
              <a:gd name="connsiteY0" fmla="*/ 72390 h 72390"/>
              <a:gd name="connsiteX1" fmla="*/ 480060 w 1264920"/>
              <a:gd name="connsiteY1" fmla="*/ 72390 h 72390"/>
              <a:gd name="connsiteX2" fmla="*/ 491490 w 1264920"/>
              <a:gd name="connsiteY2" fmla="*/ 0 h 72390"/>
              <a:gd name="connsiteX3" fmla="*/ 1253490 w 1264920"/>
              <a:gd name="connsiteY3" fmla="*/ 0 h 72390"/>
              <a:gd name="connsiteX4" fmla="*/ 1264920 w 1264920"/>
              <a:gd name="connsiteY4" fmla="*/ 0 h 7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20" h="72390">
                <a:moveTo>
                  <a:pt x="0" y="72390"/>
                </a:moveTo>
                <a:lnTo>
                  <a:pt x="480060" y="72390"/>
                </a:lnTo>
                <a:lnTo>
                  <a:pt x="491490" y="0"/>
                </a:lnTo>
                <a:lnTo>
                  <a:pt x="1253490" y="0"/>
                </a:lnTo>
                <a:lnTo>
                  <a:pt x="1264920" y="0"/>
                </a:lnTo>
              </a:path>
            </a:pathLst>
          </a:custGeom>
          <a:noFill/>
          <a:ln w="12700">
            <a:solidFill>
              <a:schemeClr val="accent1">
                <a:alpha val="7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35"/>
          <p:cNvSpPr/>
          <p:nvPr>
            <p:custDataLst>
              <p:tags r:id="rId10"/>
            </p:custDataLst>
          </p:nvPr>
        </p:nvSpPr>
        <p:spPr>
          <a:xfrm rot="5400000">
            <a:off x="3979545" y="5041900"/>
            <a:ext cx="908050" cy="61595"/>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430" h="97">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flip="none" rotWithShape="1">
            <a:gsLst>
              <a:gs pos="0">
                <a:schemeClr val="accent1"/>
              </a:gs>
              <a:gs pos="100000">
                <a:schemeClr val="accent1">
                  <a:alpha val="0"/>
                </a:schemeClr>
              </a:gs>
            </a:gsLst>
            <a:lin ang="0" scaled="0"/>
            <a:tileRect/>
          </a:gradFill>
          <a:ln>
            <a:noFill/>
          </a:ln>
          <a:effectLst>
            <a:outerShdw blurRad="127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4" name="任意多边形: 形状 115"/>
          <p:cNvSpPr/>
          <p:nvPr>
            <p:custDataLst>
              <p:tags r:id="rId11"/>
            </p:custDataLst>
          </p:nvPr>
        </p:nvSpPr>
        <p:spPr>
          <a:xfrm flipH="1">
            <a:off x="3206750" y="5635706"/>
            <a:ext cx="1264920" cy="72390"/>
          </a:xfrm>
          <a:custGeom>
            <a:avLst/>
            <a:gdLst>
              <a:gd name="connsiteX0" fmla="*/ 0 w 1264920"/>
              <a:gd name="connsiteY0" fmla="*/ 72390 h 72390"/>
              <a:gd name="connsiteX1" fmla="*/ 480060 w 1264920"/>
              <a:gd name="connsiteY1" fmla="*/ 72390 h 72390"/>
              <a:gd name="connsiteX2" fmla="*/ 491490 w 1264920"/>
              <a:gd name="connsiteY2" fmla="*/ 0 h 72390"/>
              <a:gd name="connsiteX3" fmla="*/ 1253490 w 1264920"/>
              <a:gd name="connsiteY3" fmla="*/ 0 h 72390"/>
              <a:gd name="connsiteX4" fmla="*/ 1264920 w 1264920"/>
              <a:gd name="connsiteY4" fmla="*/ 0 h 7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20" h="72390">
                <a:moveTo>
                  <a:pt x="0" y="72390"/>
                </a:moveTo>
                <a:lnTo>
                  <a:pt x="480060" y="72390"/>
                </a:lnTo>
                <a:lnTo>
                  <a:pt x="491490" y="0"/>
                </a:lnTo>
                <a:lnTo>
                  <a:pt x="1253490" y="0"/>
                </a:lnTo>
                <a:lnTo>
                  <a:pt x="1264920" y="0"/>
                </a:lnTo>
              </a:path>
            </a:pathLst>
          </a:custGeom>
          <a:noFill/>
          <a:ln w="12700">
            <a:solidFill>
              <a:schemeClr val="accent1">
                <a:alpha val="7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p:cNvSpPr>
            <a:spLocks noGrp="1"/>
          </p:cNvSpPr>
          <p:nvPr>
            <p:ph type="sldNum" sz="quarter" idx="12"/>
          </p:nvPr>
        </p:nvSpPr>
        <p:spPr/>
        <p:txBody>
          <a:bodyPr/>
          <a:p>
            <a:fld id="{2515AB8F-1C56-49E9-90C8-78D22B0C1B97}" type="slidenum">
              <a:rPr lang="zh-CN" altLang="en-US" smtClean="0"/>
            </a:fld>
            <a:endParaRPr lang="zh-CN" altLang="en-US" dirty="0"/>
          </a:p>
        </p:txBody>
      </p:sp>
    </p:spTree>
    <p:custDataLst>
      <p:tags r:id="rId1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现有进程</a:t>
            </a:r>
            <a:endParaRPr lang="zh-CN" altLang="en-US"/>
          </a:p>
        </p:txBody>
      </p:sp>
      <p:sp>
        <p:nvSpPr>
          <p:cNvPr id="10" name="圆角矩形 9"/>
          <p:cNvSpPr/>
          <p:nvPr>
            <p:custDataLst>
              <p:tags r:id="rId2"/>
            </p:custDataLst>
          </p:nvPr>
        </p:nvSpPr>
        <p:spPr>
          <a:xfrm>
            <a:off x="695960" y="1491615"/>
            <a:ext cx="5248275" cy="4910455"/>
          </a:xfrm>
          <a:prstGeom prst="roundRect">
            <a:avLst>
              <a:gd name="adj" fmla="val 4633"/>
            </a:avLst>
          </a:prstGeom>
          <a:noFill/>
          <a:ln w="9525">
            <a:solidFill>
              <a:schemeClr val="accent1">
                <a:alpha val="4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79705" rIns="90170" numCol="1" spcCol="0" rtlCol="0" fromWordArt="0" anchor="ctr" anchorCtr="0" forceAA="0" compatLnSpc="1">
            <a:noAutofit/>
          </a:bodyPr>
          <a:lstStyle/>
          <a:p>
            <a:pPr lvl="0" algn="l">
              <a:lnSpc>
                <a:spcPct val="150000"/>
              </a:lnSpc>
              <a:buClrTx/>
              <a:buSzTx/>
              <a:buFontTx/>
            </a:pPr>
            <a:endParaRPr lang="zh-CN" altLang="en-US" sz="1600">
              <a:solidFill>
                <a:schemeClr val="tx1">
                  <a:lumMod val="85000"/>
                  <a:lumOff val="15000"/>
                </a:schemeClr>
              </a:solidFill>
              <a:uFillTx/>
              <a:sym typeface="+mn-ea"/>
            </a:endParaRPr>
          </a:p>
        </p:txBody>
      </p:sp>
      <p:sp>
        <p:nvSpPr>
          <p:cNvPr id="31" name="矩形 30"/>
          <p:cNvSpPr/>
          <p:nvPr>
            <p:custDataLst>
              <p:tags r:id="rId3"/>
            </p:custDataLst>
          </p:nvPr>
        </p:nvSpPr>
        <p:spPr>
          <a:xfrm>
            <a:off x="6438265" y="1958975"/>
            <a:ext cx="5057775" cy="4281170"/>
          </a:xfrm>
          <a:prstGeom prst="rect">
            <a:avLst/>
          </a:prstGeom>
          <a:noFill/>
        </p:spPr>
        <p:txBody>
          <a:bodyPr wrap="square" lIns="0" tIns="0" rIns="0" bIns="0" rtlCol="0" anchor="t">
            <a:normAutofit/>
          </a:bodyPr>
          <a:lstStyle/>
          <a:p>
            <a:pPr marL="0" lvl="0" indent="0" fontAlgn="auto">
              <a:lnSpc>
                <a:spcPct val="150000"/>
              </a:lnSpc>
              <a:spcBef>
                <a:spcPct val="0"/>
              </a:spcBef>
              <a:spcAft>
                <a:spcPts val="1200"/>
              </a:spcAft>
            </a:pPr>
            <a:r>
              <a:rPr lang="zh-CN" altLang="en-US" sz="2800" b="1" dirty="0">
                <a:ln>
                  <a:noFill/>
                  <a:prstDash val="sysDot"/>
                </a:ln>
                <a:solidFill>
                  <a:schemeClr val="tx1">
                    <a:lumMod val="85000"/>
                    <a:lumOff val="15000"/>
                  </a:schemeClr>
                </a:solidFill>
                <a:latin typeface="+mn-ea"/>
                <a:cs typeface="MiSans Normal" panose="00000500000000000000" charset="-122"/>
                <a:sym typeface="MiSans Normal" panose="00000500000000000000" charset="-122"/>
              </a:rPr>
              <a:t>棱柱最优面数推算</a:t>
            </a:r>
            <a:endParaRPr lang="zh-CN" altLang="en-US" sz="2800" b="1" dirty="0">
              <a:ln>
                <a:noFill/>
                <a:prstDash val="sysDot"/>
              </a:ln>
              <a:solidFill>
                <a:schemeClr val="tx1">
                  <a:lumMod val="85000"/>
                  <a:lumOff val="15000"/>
                </a:schemeClr>
              </a:solidFill>
              <a:latin typeface="+mn-ea"/>
              <a:cs typeface="MiSans Normal" panose="00000500000000000000" charset="-122"/>
              <a:sym typeface="MiSans Normal" panose="00000500000000000000" charset="-122"/>
            </a:endParaRPr>
          </a:p>
          <a:p>
            <a:pPr marL="457200" lvl="1"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cs typeface="MiSans Normal" panose="00000500000000000000" charset="-122"/>
                <a:sym typeface="MiSans Normal" panose="00000500000000000000" charset="-122"/>
              </a:rPr>
              <a:t>确定了三棱柱的方案</a:t>
            </a:r>
            <a:endParaRPr lang="zh-CN" altLang="en-US" sz="1600" dirty="0">
              <a:ln>
                <a:noFill/>
                <a:prstDash val="sysDot"/>
              </a:ln>
              <a:solidFill>
                <a:schemeClr val="tx1">
                  <a:lumMod val="85000"/>
                  <a:lumOff val="15000"/>
                </a:schemeClr>
              </a:solidFill>
              <a:latin typeface="+mn-ea"/>
              <a:cs typeface="MiSans Normal" panose="00000500000000000000" charset="-122"/>
              <a:sym typeface="MiSans Normal" panose="00000500000000000000" charset="-122"/>
            </a:endParaRPr>
          </a:p>
        </p:txBody>
      </p:sp>
      <p:cxnSp>
        <p:nvCxnSpPr>
          <p:cNvPr id="5" name="直接连接符 4"/>
          <p:cNvCxnSpPr/>
          <p:nvPr>
            <p:custDataLst>
              <p:tags r:id="rId4"/>
            </p:custDataLst>
          </p:nvPr>
        </p:nvCxnSpPr>
        <p:spPr>
          <a:xfrm>
            <a:off x="6438265" y="1644968"/>
            <a:ext cx="4864735" cy="14605"/>
          </a:xfrm>
          <a:prstGeom prst="line">
            <a:avLst/>
          </a:prstGeom>
          <a:ln>
            <a:gradFill>
              <a:gsLst>
                <a:gs pos="0">
                  <a:schemeClr val="accent1">
                    <a:alpha val="0"/>
                  </a:schemeClr>
                </a:gs>
                <a:gs pos="100000">
                  <a:schemeClr val="accent1">
                    <a:alpha val="34000"/>
                  </a:schemeClr>
                </a:gs>
              </a:gsLst>
              <a:lin ang="0" scaled="1"/>
            </a:gradFill>
            <a:tailEnd type="oval"/>
          </a:ln>
          <a:effectLst>
            <a:outerShdw blurRad="50800" dist="38100" dir="2700000" algn="tl" rotWithShape="0">
              <a:schemeClr val="accent1">
                <a:lumMod val="75000"/>
                <a:alpha val="30000"/>
              </a:schemeClr>
            </a:outerShdw>
          </a:effectLst>
        </p:spPr>
        <p:style>
          <a:lnRef idx="2">
            <a:schemeClr val="accent1"/>
          </a:lnRef>
          <a:fillRef idx="0">
            <a:srgbClr val="FFFFFF"/>
          </a:fillRef>
          <a:effectRef idx="0">
            <a:srgbClr val="FFFFFF"/>
          </a:effectRef>
          <a:fontRef idx="minor">
            <a:schemeClr val="tx1"/>
          </a:fontRef>
        </p:style>
      </p:cxnSp>
      <p:sp>
        <p:nvSpPr>
          <p:cNvPr id="32" name="椭圆 31"/>
          <p:cNvSpPr/>
          <p:nvPr>
            <p:custDataLst>
              <p:tags r:id="rId5"/>
            </p:custDataLst>
          </p:nvPr>
        </p:nvSpPr>
        <p:spPr>
          <a:xfrm>
            <a:off x="6569075" y="1524000"/>
            <a:ext cx="256540" cy="256540"/>
          </a:xfrm>
          <a:prstGeom prst="ellipse">
            <a:avLst/>
          </a:prstGeom>
          <a:solidFill>
            <a:schemeClr val="accent1">
              <a:lumMod val="40000"/>
              <a:lumOff val="60000"/>
              <a:alpha val="5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custDataLst>
              <p:tags r:id="rId6"/>
            </p:custDataLst>
          </p:nvPr>
        </p:nvSpPr>
        <p:spPr>
          <a:xfrm>
            <a:off x="6438265" y="1524000"/>
            <a:ext cx="256540" cy="256540"/>
          </a:xfrm>
          <a:prstGeom prst="ellipse">
            <a:avLst/>
          </a:prstGeom>
          <a:gradFill>
            <a:gsLst>
              <a:gs pos="100000">
                <a:schemeClr val="accent1"/>
              </a:gs>
              <a:gs pos="0">
                <a:schemeClr val="accent1">
                  <a:lumMod val="60000"/>
                  <a:lumOff val="40000"/>
                </a:schemeClr>
              </a:gs>
            </a:gsLst>
            <a:lin ang="0" scaled="0"/>
          </a:gradFill>
          <a:ln>
            <a:noFill/>
          </a:ln>
          <a:effectLst>
            <a:outerShdw blurRad="76200" dist="254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7"/>
            </p:custDataLst>
          </p:nvPr>
        </p:nvSpPr>
        <p:spPr>
          <a:xfrm>
            <a:off x="10876915" y="6240145"/>
            <a:ext cx="88265" cy="88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custDataLst>
              <p:tags r:id="rId8"/>
            </p:custDataLst>
          </p:nvPr>
        </p:nvSpPr>
        <p:spPr>
          <a:xfrm>
            <a:off x="11046460" y="6240145"/>
            <a:ext cx="88265" cy="88900"/>
          </a:xfrm>
          <a:prstGeom prst="ellipse">
            <a:avLst/>
          </a:prstGeom>
          <a:solidFill>
            <a:schemeClr val="accent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9"/>
            </p:custDataLst>
          </p:nvPr>
        </p:nvSpPr>
        <p:spPr>
          <a:xfrm>
            <a:off x="11215370" y="6240145"/>
            <a:ext cx="88265" cy="88900"/>
          </a:xfrm>
          <a:prstGeom prst="ellipse">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占位符 5" descr="屏幕截图 2025-09-17 215125"/>
          <p:cNvPicPr>
            <a:picLocks noChangeAspect="1"/>
          </p:cNvPicPr>
          <p:nvPr>
            <p:ph type="pic" sz="quarter" idx="10"/>
          </p:nvPr>
        </p:nvPicPr>
        <p:blipFill>
          <a:blip r:embed="rId10"/>
          <a:stretch>
            <a:fillRect/>
          </a:stretch>
        </p:blipFill>
        <p:spPr>
          <a:xfrm>
            <a:off x="818833" y="1569403"/>
            <a:ext cx="5044212" cy="4754880"/>
          </a:xfrm>
          <a:prstGeom prst="rect">
            <a:avLst/>
          </a:prstGeom>
        </p:spPr>
      </p:pic>
      <p:sp>
        <p:nvSpPr>
          <p:cNvPr id="2" name="灯片编号占位符 1"/>
          <p:cNvSpPr>
            <a:spLocks noGrp="1"/>
          </p:cNvSpPr>
          <p:nvPr>
            <p:ph type="sldNum" sz="quarter" idx="12"/>
          </p:nvPr>
        </p:nvSpPr>
        <p:spPr/>
        <p:txBody>
          <a:bodyPr/>
          <a:p>
            <a:fld id="{2515AB8F-1C56-49E9-90C8-78D22B0C1B97}" type="slidenum">
              <a:rPr lang="zh-CN" altLang="en-US" smtClean="0"/>
            </a:fld>
            <a:endParaRPr lang="zh-CN" altLang="en-US" dirty="0"/>
          </a:p>
        </p:txBody>
      </p:sp>
    </p:spTree>
    <p:custDataLst>
      <p:tags r:id="rId1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现有进程</a:t>
            </a:r>
            <a:endParaRPr lang="zh-CN" altLang="en-US"/>
          </a:p>
        </p:txBody>
      </p:sp>
      <p:sp>
        <p:nvSpPr>
          <p:cNvPr id="5" name="文本占位符 4"/>
          <p:cNvSpPr>
            <a:spLocks noGrp="1"/>
          </p:cNvSpPr>
          <p:nvPr>
            <p:ph type="body" idx="4294967295"/>
            <p:custDataLst>
              <p:tags r:id="rId2"/>
            </p:custDataLst>
          </p:nvPr>
        </p:nvSpPr>
        <p:spPr>
          <a:xfrm>
            <a:off x="1019810" y="1676400"/>
            <a:ext cx="5247640" cy="381635"/>
          </a:xfrm>
        </p:spPr>
        <p:txBody>
          <a:bodyPr>
            <a:noAutofit/>
          </a:bodyPr>
          <a:lstStyle/>
          <a:p>
            <a:pPr marL="0" indent="0">
              <a:buNone/>
            </a:pPr>
            <a:r>
              <a:rPr lang="zh-CN" altLang="en-US" sz="2400" b="1"/>
              <a:t>各面数棱柱年内辐照度波动性</a:t>
            </a:r>
            <a:endParaRPr lang="zh-CN" altLang="en-US" sz="2400" b="1"/>
          </a:p>
        </p:txBody>
      </p:sp>
      <p:sp>
        <p:nvSpPr>
          <p:cNvPr id="22" name="同侧圆角矩形 21"/>
          <p:cNvSpPr/>
          <p:nvPr>
            <p:custDataLst>
              <p:tags r:id="rId3"/>
            </p:custDataLst>
          </p:nvPr>
        </p:nvSpPr>
        <p:spPr>
          <a:xfrm rot="16200000">
            <a:off x="-69850" y="4371340"/>
            <a:ext cx="2742565" cy="563880"/>
          </a:xfrm>
          <a:prstGeom prst="round2SameRect">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a:cs typeface="微软雅黑" panose="020B0503020204020204" pitchFamily="34" charset="-122"/>
            </a:endParaRPr>
          </a:p>
        </p:txBody>
      </p:sp>
      <p:pic>
        <p:nvPicPr>
          <p:cNvPr id="6" name="图片对象" descr="C:/Users/xiaonian/Downloads/图片4.png图片4"/>
          <p:cNvPicPr>
            <a:picLocks noChangeAspect="1"/>
          </p:cNvPicPr>
          <p:nvPr>
            <p:custDataLst>
              <p:tags r:id="rId4"/>
            </p:custDataLst>
          </p:nvPr>
        </p:nvPicPr>
        <p:blipFill>
          <a:blip r:embed="rId5"/>
          <a:srcRect l="6491" r="6491"/>
          <a:stretch>
            <a:fillRect/>
          </a:stretch>
        </p:blipFill>
        <p:spPr>
          <a:xfrm>
            <a:off x="7123430" y="1676400"/>
            <a:ext cx="3759200" cy="4347210"/>
          </a:xfrm>
          <a:prstGeom prst="roundRect">
            <a:avLst>
              <a:gd name="adj" fmla="val 5251"/>
            </a:avLst>
          </a:prstGeom>
        </p:spPr>
      </p:pic>
      <p:pic>
        <p:nvPicPr>
          <p:cNvPr id="2" name="图片占位符 4" descr="屏幕截图 2025-09-17 215133"/>
          <p:cNvPicPr>
            <a:picLocks noChangeAspect="1"/>
          </p:cNvPicPr>
          <p:nvPr>
            <p:ph type="pic" sz="quarter" idx="10"/>
          </p:nvPr>
        </p:nvPicPr>
        <p:blipFill>
          <a:blip r:embed="rId6"/>
          <a:stretch>
            <a:fillRect/>
          </a:stretch>
        </p:blipFill>
        <p:spPr>
          <a:xfrm>
            <a:off x="1583690" y="2236470"/>
            <a:ext cx="4148455" cy="4187825"/>
          </a:xfrm>
          <a:prstGeom prst="rect">
            <a:avLst/>
          </a:prstGeom>
        </p:spPr>
      </p:pic>
      <p:sp>
        <p:nvSpPr>
          <p:cNvPr id="4" name="灯片编号占位符 3"/>
          <p:cNvSpPr>
            <a:spLocks noGrp="1"/>
          </p:cNvSpPr>
          <p:nvPr>
            <p:ph type="sldNum" sz="quarter" idx="12"/>
          </p:nvPr>
        </p:nvSpPr>
        <p:spPr/>
        <p:txBody>
          <a:bodyPr/>
          <a:p>
            <a:fld id="{2515AB8F-1C56-49E9-90C8-78D22B0C1B97}" type="slidenum">
              <a:rPr lang="zh-CN" altLang="en-US" smtClean="0"/>
            </a:fld>
            <a:endParaRPr lang="zh-CN" altLang="en-US" dirty="0"/>
          </a:p>
        </p:txBody>
      </p:sp>
    </p:spTree>
    <p:custDataLst>
      <p:tags r:id="rId7"/>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现有进程</a:t>
            </a:r>
            <a:endParaRPr lang="zh-CN" altLang="en-US"/>
          </a:p>
        </p:txBody>
      </p:sp>
      <p:sp>
        <p:nvSpPr>
          <p:cNvPr id="3" name="灯片编号占位符 2"/>
          <p:cNvSpPr>
            <a:spLocks noGrp="1"/>
          </p:cNvSpPr>
          <p:nvPr>
            <p:ph type="sldNum" sz="quarter" idx="12"/>
          </p:nvPr>
        </p:nvSpPr>
        <p:spPr/>
        <p:txBody>
          <a:bodyPr/>
          <a:p>
            <a:fld id="{2515AB8F-1C56-49E9-90C8-78D22B0C1B97}" type="slidenum">
              <a:rPr lang="zh-CN" altLang="en-US" smtClean="0"/>
            </a:fld>
            <a:endParaRPr lang="zh-CN" altLang="en-US" dirty="0"/>
          </a:p>
        </p:txBody>
      </p:sp>
      <p:graphicFrame>
        <p:nvGraphicFramePr>
          <p:cNvPr id="33" name="表格 32"/>
          <p:cNvGraphicFramePr/>
          <p:nvPr>
            <p:custDataLst>
              <p:tags r:id="rId1"/>
            </p:custDataLst>
          </p:nvPr>
        </p:nvGraphicFramePr>
        <p:xfrm>
          <a:off x="895350" y="2207260"/>
          <a:ext cx="9749790" cy="2284730"/>
        </p:xfrm>
        <a:graphic>
          <a:graphicData uri="http://schemas.openxmlformats.org/drawingml/2006/table">
            <a:tbl>
              <a:tblPr/>
              <a:tblGrid>
                <a:gridCol w="2219325"/>
                <a:gridCol w="2634615"/>
                <a:gridCol w="2447925"/>
                <a:gridCol w="2447925"/>
              </a:tblGrid>
              <a:tr h="326390">
                <a:tc>
                  <a:txBody>
                    <a:bodyPr/>
                    <a:p>
                      <a:r>
                        <a:rPr lang="en-US" altLang="zh-CN" sz="1100" b="1"/>
                        <a:t>Setup</a:t>
                      </a:r>
                      <a:endParaRPr lang="en-US" altLang="zh-CN" sz="1100" b="1"/>
                    </a:p>
                  </a:txBody>
                  <a:tcPr marL="0" marR="0" marT="0" marB="0" anchor="ctr" anchorCtr="0">
                    <a:lnL>
                      <a:noFill/>
                    </a:lnL>
                    <a:lnR>
                      <a:noFill/>
                    </a:lnR>
                    <a:lnT>
                      <a:noFill/>
                    </a:lnT>
                    <a:lnB>
                      <a:noFill/>
                    </a:lnB>
                    <a:noFill/>
                  </a:tcPr>
                </a:tc>
                <a:tc>
                  <a:txBody>
                    <a:bodyPr/>
                    <a:p>
                      <a:r>
                        <a:rPr lang="en-US" altLang="zh-CN" sz="1400" b="1"/>
                        <a:t>Annual Energy (kWh/m²)</a:t>
                      </a:r>
                      <a:endParaRPr lang="en-US" altLang="zh-CN" sz="1400" b="1"/>
                    </a:p>
                  </a:txBody>
                  <a:tcPr marL="0" marR="0" marT="0" marB="0" anchor="ctr" anchorCtr="0">
                    <a:lnL>
                      <a:noFill/>
                    </a:lnL>
                    <a:lnR>
                      <a:noFill/>
                    </a:lnR>
                    <a:lnT>
                      <a:noFill/>
                    </a:lnT>
                    <a:lnB>
                      <a:noFill/>
                    </a:lnB>
                    <a:noFill/>
                  </a:tcPr>
                </a:tc>
                <a:tc>
                  <a:txBody>
                    <a:bodyPr/>
                    <a:p>
                      <a:r>
                        <a:rPr lang="en-US" altLang="zh-CN" sz="1400" b="1"/>
                        <a:t>CV</a:t>
                      </a:r>
                      <a:endParaRPr lang="en-US" altLang="zh-CN" sz="1400" b="1"/>
                    </a:p>
                  </a:txBody>
                  <a:tcPr marL="0" marR="0" marT="0" marB="0" anchor="ctr" anchorCtr="0">
                    <a:lnL>
                      <a:noFill/>
                    </a:lnL>
                    <a:lnR>
                      <a:noFill/>
                    </a:lnR>
                    <a:lnT>
                      <a:noFill/>
                    </a:lnT>
                    <a:lnB>
                      <a:noFill/>
                    </a:lnB>
                    <a:noFill/>
                  </a:tcPr>
                </a:tc>
                <a:tc>
                  <a:txBody>
                    <a:bodyPr/>
                    <a:p>
                      <a:r>
                        <a:rPr lang="en-US" altLang="zh-CN" sz="1400" b="1"/>
                        <a:t>Ramp Rate (kW/m² per 6h)</a:t>
                      </a:r>
                      <a:endParaRPr lang="en-US" altLang="zh-CN" sz="1400" b="1"/>
                    </a:p>
                  </a:txBody>
                  <a:tcPr marL="0" marR="0" marT="0" marB="0" anchor="ctr" anchorCtr="0">
                    <a:lnL>
                      <a:noFill/>
                    </a:lnL>
                    <a:lnR>
                      <a:noFill/>
                    </a:lnR>
                    <a:lnT>
                      <a:noFill/>
                    </a:lnT>
                    <a:lnB>
                      <a:noFill/>
                    </a:lnB>
                    <a:noFill/>
                  </a:tcPr>
                </a:tc>
              </a:tr>
              <a:tr h="326390">
                <a:tc>
                  <a:txBody>
                    <a:bodyPr/>
                    <a:p>
                      <a:r>
                        <a:rPr lang="en-US" altLang="zh-CN" sz="1400" b="1"/>
                        <a:t>Setup 1 (1</a:t>
                      </a:r>
                      <a:r>
                        <a:rPr lang="en-US" altLang="zh-CN" sz="1400" b="1"/>
                        <a:t>m)</a:t>
                      </a:r>
                      <a:endParaRPr lang="en-US" altLang="zh-CN" sz="1400" b="1"/>
                    </a:p>
                  </a:txBody>
                  <a:tcPr marL="0" marR="0" marT="0" marB="0" anchor="ctr" anchorCtr="0">
                    <a:lnL>
                      <a:noFill/>
                    </a:lnL>
                    <a:lnR>
                      <a:noFill/>
                    </a:lnR>
                    <a:lnT>
                      <a:noFill/>
                    </a:lnT>
                    <a:lnB>
                      <a:noFill/>
                    </a:lnB>
                    <a:noFill/>
                  </a:tcPr>
                </a:tc>
                <a:tc>
                  <a:txBody>
                    <a:bodyPr/>
                    <a:p>
                      <a:r>
                        <a:rPr lang="en-US" altLang="zh-CN" sz="1100" b="1"/>
                        <a:t>1237.82</a:t>
                      </a:r>
                      <a:endParaRPr lang="en-US" altLang="zh-CN" sz="1100" b="1"/>
                    </a:p>
                  </a:txBody>
                  <a:tcPr marL="0" marR="0" marT="0" marB="0" anchor="ctr" anchorCtr="0">
                    <a:lnL>
                      <a:noFill/>
                    </a:lnL>
                    <a:lnR>
                      <a:noFill/>
                    </a:lnR>
                    <a:lnT>
                      <a:noFill/>
                    </a:lnT>
                    <a:lnB>
                      <a:noFill/>
                    </a:lnB>
                    <a:noFill/>
                  </a:tcPr>
                </a:tc>
                <a:tc>
                  <a:txBody>
                    <a:bodyPr/>
                    <a:p>
                      <a:r>
                        <a:rPr lang="en-US" altLang="zh-CN" sz="1100" b="1"/>
                        <a:t>0.747</a:t>
                      </a:r>
                      <a:endParaRPr lang="en-US" altLang="zh-CN" sz="1100" b="1"/>
                    </a:p>
                  </a:txBody>
                  <a:tcPr marL="0" marR="0" marT="0" marB="0" anchor="ctr" anchorCtr="0">
                    <a:lnL>
                      <a:noFill/>
                    </a:lnL>
                    <a:lnR>
                      <a:noFill/>
                    </a:lnR>
                    <a:lnT>
                      <a:noFill/>
                    </a:lnT>
                    <a:lnB>
                      <a:noFill/>
                    </a:lnB>
                    <a:noFill/>
                  </a:tcPr>
                </a:tc>
                <a:tc>
                  <a:txBody>
                    <a:bodyPr/>
                    <a:p>
                      <a:r>
                        <a:rPr lang="en-US" altLang="zh-CN" sz="1100" b="1"/>
                        <a:t>242.153</a:t>
                      </a:r>
                      <a:endParaRPr lang="en-US" altLang="zh-CN" sz="1100" b="1"/>
                    </a:p>
                  </a:txBody>
                  <a:tcPr marL="0" marR="0" marT="0" marB="0" anchor="ctr" anchorCtr="0">
                    <a:lnL>
                      <a:noFill/>
                    </a:lnL>
                    <a:lnR>
                      <a:noFill/>
                    </a:lnR>
                    <a:lnT>
                      <a:noFill/>
                    </a:lnT>
                    <a:lnB>
                      <a:noFill/>
                    </a:lnB>
                    <a:noFill/>
                  </a:tcPr>
                </a:tc>
              </a:tr>
              <a:tr h="326390">
                <a:tc>
                  <a:txBody>
                    <a:bodyPr/>
                    <a:p>
                      <a:r>
                        <a:rPr lang="en-US" altLang="zh-CN" sz="1400" b="1"/>
                        <a:t>Setup 2 (2m)</a:t>
                      </a:r>
                      <a:endParaRPr lang="en-US" altLang="zh-CN" sz="1400" b="1"/>
                    </a:p>
                  </a:txBody>
                  <a:tcPr marL="0" marR="0" marT="0" marB="0" anchor="ctr" anchorCtr="0">
                    <a:lnL>
                      <a:noFill/>
                    </a:lnL>
                    <a:lnR>
                      <a:noFill/>
                    </a:lnR>
                    <a:lnT>
                      <a:noFill/>
                    </a:lnT>
                    <a:lnB>
                      <a:noFill/>
                    </a:lnB>
                    <a:noFill/>
                  </a:tcPr>
                </a:tc>
                <a:tc>
                  <a:txBody>
                    <a:bodyPr/>
                    <a:p>
                      <a:r>
                        <a:rPr lang="en-US" altLang="zh-CN" sz="1100" b="1"/>
                        <a:t>1296.12</a:t>
                      </a:r>
                      <a:endParaRPr lang="en-US" altLang="zh-CN" sz="1100" b="1"/>
                    </a:p>
                  </a:txBody>
                  <a:tcPr marL="0" marR="0" marT="0" marB="0" anchor="ctr" anchorCtr="0">
                    <a:lnL>
                      <a:noFill/>
                    </a:lnL>
                    <a:lnR>
                      <a:noFill/>
                    </a:lnR>
                    <a:lnT>
                      <a:noFill/>
                    </a:lnT>
                    <a:lnB>
                      <a:noFill/>
                    </a:lnB>
                    <a:noFill/>
                  </a:tcPr>
                </a:tc>
                <a:tc>
                  <a:txBody>
                    <a:bodyPr/>
                    <a:p>
                      <a:r>
                        <a:rPr lang="en-US" altLang="zh-CN" sz="1100" b="1"/>
                        <a:t>0.728</a:t>
                      </a:r>
                      <a:endParaRPr lang="en-US" altLang="zh-CN" sz="1100" b="1"/>
                    </a:p>
                  </a:txBody>
                  <a:tcPr marL="0" marR="0" marT="0" marB="0" anchor="ctr" anchorCtr="0">
                    <a:lnL>
                      <a:noFill/>
                    </a:lnL>
                    <a:lnR>
                      <a:noFill/>
                    </a:lnR>
                    <a:lnT>
                      <a:noFill/>
                    </a:lnT>
                    <a:lnB>
                      <a:noFill/>
                    </a:lnB>
                    <a:noFill/>
                  </a:tcPr>
                </a:tc>
                <a:tc>
                  <a:txBody>
                    <a:bodyPr/>
                    <a:p>
                      <a:r>
                        <a:rPr lang="en-US" altLang="zh-CN" sz="1100" b="1"/>
                        <a:t>242.346</a:t>
                      </a:r>
                      <a:endParaRPr lang="en-US" altLang="zh-CN" sz="1100" b="1"/>
                    </a:p>
                  </a:txBody>
                  <a:tcPr marL="0" marR="0" marT="0" marB="0" anchor="ctr" anchorCtr="0">
                    <a:lnL>
                      <a:noFill/>
                    </a:lnL>
                    <a:lnR>
                      <a:noFill/>
                    </a:lnR>
                    <a:lnT>
                      <a:noFill/>
                    </a:lnT>
                    <a:lnB>
                      <a:noFill/>
                    </a:lnB>
                    <a:noFill/>
                  </a:tcPr>
                </a:tc>
              </a:tr>
              <a:tr h="326390">
                <a:tc>
                  <a:txBody>
                    <a:bodyPr/>
                    <a:p>
                      <a:r>
                        <a:rPr lang="en-US" altLang="zh-CN" sz="1400" b="1"/>
                        <a:t>Setup 3 (3m)</a:t>
                      </a:r>
                      <a:endParaRPr lang="en-US" altLang="zh-CN" sz="1400" b="1"/>
                    </a:p>
                  </a:txBody>
                  <a:tcPr marL="0" marR="0" marT="0" marB="0" anchor="ctr" anchorCtr="0">
                    <a:lnL>
                      <a:noFill/>
                    </a:lnL>
                    <a:lnR>
                      <a:noFill/>
                    </a:lnR>
                    <a:lnT>
                      <a:noFill/>
                    </a:lnT>
                    <a:lnB>
                      <a:noFill/>
                    </a:lnB>
                    <a:noFill/>
                  </a:tcPr>
                </a:tc>
                <a:tc>
                  <a:txBody>
                    <a:bodyPr/>
                    <a:p>
                      <a:r>
                        <a:rPr lang="en-US" altLang="zh-CN" sz="1100" b="1"/>
                        <a:t>1332.52</a:t>
                      </a:r>
                      <a:endParaRPr lang="en-US" altLang="zh-CN" sz="1100" b="1"/>
                    </a:p>
                  </a:txBody>
                  <a:tcPr marL="0" marR="0" marT="0" marB="0" anchor="ctr" anchorCtr="0">
                    <a:lnL>
                      <a:noFill/>
                    </a:lnL>
                    <a:lnR>
                      <a:noFill/>
                    </a:lnR>
                    <a:lnT>
                      <a:noFill/>
                    </a:lnT>
                    <a:lnB>
                      <a:noFill/>
                    </a:lnB>
                    <a:noFill/>
                  </a:tcPr>
                </a:tc>
                <a:tc>
                  <a:txBody>
                    <a:bodyPr/>
                    <a:p>
                      <a:r>
                        <a:rPr lang="en-US" altLang="zh-CN" sz="1100" b="1"/>
                        <a:t>0.714</a:t>
                      </a:r>
                      <a:endParaRPr lang="en-US" altLang="zh-CN" sz="1100" b="1"/>
                    </a:p>
                  </a:txBody>
                  <a:tcPr marL="0" marR="0" marT="0" marB="0" anchor="ctr" anchorCtr="0">
                    <a:lnL>
                      <a:noFill/>
                    </a:lnL>
                    <a:lnR>
                      <a:noFill/>
                    </a:lnR>
                    <a:lnT>
                      <a:noFill/>
                    </a:lnT>
                    <a:lnB>
                      <a:noFill/>
                    </a:lnB>
                    <a:noFill/>
                  </a:tcPr>
                </a:tc>
                <a:tc>
                  <a:txBody>
                    <a:bodyPr/>
                    <a:p>
                      <a:r>
                        <a:rPr lang="en-US" altLang="zh-CN" sz="1100" b="1"/>
                        <a:t>243.997</a:t>
                      </a:r>
                      <a:endParaRPr lang="en-US" altLang="zh-CN" sz="1100" b="1"/>
                    </a:p>
                  </a:txBody>
                  <a:tcPr marL="0" marR="0" marT="0" marB="0" anchor="ctr" anchorCtr="0">
                    <a:lnL>
                      <a:noFill/>
                    </a:lnL>
                    <a:lnR>
                      <a:noFill/>
                    </a:lnR>
                    <a:lnT>
                      <a:noFill/>
                    </a:lnT>
                    <a:lnB>
                      <a:noFill/>
                    </a:lnB>
                    <a:noFill/>
                  </a:tcPr>
                </a:tc>
              </a:tr>
              <a:tr h="326390">
                <a:tc>
                  <a:txBody>
                    <a:bodyPr/>
                    <a:p>
                      <a:r>
                        <a:rPr lang="en-US" altLang="zh-CN" sz="1400" b="1"/>
                        <a:t>Setup 7 (7m)</a:t>
                      </a:r>
                      <a:endParaRPr lang="en-US" altLang="zh-CN" sz="1400" b="1"/>
                    </a:p>
                  </a:txBody>
                  <a:tcPr marL="0" marR="0" marT="0" marB="0" anchor="ctr" anchorCtr="0">
                    <a:lnL>
                      <a:noFill/>
                    </a:lnL>
                    <a:lnR>
                      <a:noFill/>
                    </a:lnR>
                    <a:lnT>
                      <a:noFill/>
                    </a:lnT>
                    <a:lnB>
                      <a:noFill/>
                    </a:lnB>
                    <a:noFill/>
                  </a:tcPr>
                </a:tc>
                <a:tc>
                  <a:txBody>
                    <a:bodyPr/>
                    <a:p>
                      <a:r>
                        <a:rPr lang="en-US" altLang="zh-CN" sz="1100" b="1"/>
                        <a:t>1283.47</a:t>
                      </a:r>
                      <a:endParaRPr lang="en-US" altLang="zh-CN" sz="1100" b="1"/>
                    </a:p>
                  </a:txBody>
                  <a:tcPr marL="0" marR="0" marT="0" marB="0" anchor="ctr" anchorCtr="0">
                    <a:lnL>
                      <a:noFill/>
                    </a:lnL>
                    <a:lnR>
                      <a:noFill/>
                    </a:lnR>
                    <a:lnT>
                      <a:noFill/>
                    </a:lnT>
                    <a:lnB>
                      <a:noFill/>
                    </a:lnB>
                    <a:noFill/>
                  </a:tcPr>
                </a:tc>
                <a:tc>
                  <a:txBody>
                    <a:bodyPr/>
                    <a:p>
                      <a:r>
                        <a:rPr lang="en-US" altLang="zh-CN" sz="1100" b="1"/>
                        <a:t>0.737</a:t>
                      </a:r>
                      <a:endParaRPr lang="en-US" altLang="zh-CN" sz="1100" b="1"/>
                    </a:p>
                  </a:txBody>
                  <a:tcPr marL="0" marR="0" marT="0" marB="0" anchor="ctr" anchorCtr="0">
                    <a:lnL>
                      <a:noFill/>
                    </a:lnL>
                    <a:lnR>
                      <a:noFill/>
                    </a:lnR>
                    <a:lnT>
                      <a:noFill/>
                    </a:lnT>
                    <a:lnB>
                      <a:noFill/>
                    </a:lnB>
                    <a:noFill/>
                  </a:tcPr>
                </a:tc>
                <a:tc>
                  <a:txBody>
                    <a:bodyPr/>
                    <a:p>
                      <a:r>
                        <a:rPr lang="en-US" altLang="zh-CN" sz="1100" b="1"/>
                        <a:t>244.096</a:t>
                      </a:r>
                      <a:endParaRPr lang="en-US" altLang="zh-CN" sz="1100" b="1"/>
                    </a:p>
                  </a:txBody>
                  <a:tcPr marL="0" marR="0" marT="0" marB="0" anchor="ctr" anchorCtr="0">
                    <a:lnL>
                      <a:noFill/>
                    </a:lnL>
                    <a:lnR>
                      <a:noFill/>
                    </a:lnR>
                    <a:lnT>
                      <a:noFill/>
                    </a:lnT>
                    <a:lnB>
                      <a:noFill/>
                    </a:lnB>
                    <a:noFill/>
                  </a:tcPr>
                </a:tc>
              </a:tr>
              <a:tr h="326390">
                <a:tc>
                  <a:txBody>
                    <a:bodyPr/>
                    <a:p>
                      <a:r>
                        <a:rPr lang="en-US" altLang="zh-CN" sz="1400" b="1"/>
                        <a:t>Setup 9 (9m)</a:t>
                      </a:r>
                      <a:endParaRPr lang="en-US" altLang="zh-CN" sz="1400" b="1"/>
                    </a:p>
                  </a:txBody>
                  <a:tcPr marL="0" marR="0" marT="0" marB="0" anchor="ctr" anchorCtr="0">
                    <a:lnL>
                      <a:noFill/>
                    </a:lnL>
                    <a:lnR>
                      <a:noFill/>
                    </a:lnR>
                    <a:lnT>
                      <a:noFill/>
                    </a:lnT>
                    <a:lnB>
                      <a:noFill/>
                    </a:lnB>
                    <a:noFill/>
                  </a:tcPr>
                </a:tc>
                <a:tc>
                  <a:txBody>
                    <a:bodyPr/>
                    <a:p>
                      <a:r>
                        <a:rPr lang="en-US" altLang="zh-CN" sz="1100" b="1"/>
                        <a:t>1335.36</a:t>
                      </a:r>
                      <a:endParaRPr lang="en-US" altLang="zh-CN" sz="1100" b="1"/>
                    </a:p>
                  </a:txBody>
                  <a:tcPr marL="0" marR="0" marT="0" marB="0" anchor="ctr" anchorCtr="0">
                    <a:lnL>
                      <a:noFill/>
                    </a:lnL>
                    <a:lnR>
                      <a:noFill/>
                    </a:lnR>
                    <a:lnT>
                      <a:noFill/>
                    </a:lnT>
                    <a:lnB>
                      <a:noFill/>
                    </a:lnB>
                    <a:noFill/>
                  </a:tcPr>
                </a:tc>
                <a:tc>
                  <a:txBody>
                    <a:bodyPr/>
                    <a:p>
                      <a:r>
                        <a:rPr lang="en-US" altLang="zh-CN" sz="1100" b="1"/>
                        <a:t>0.728</a:t>
                      </a:r>
                      <a:endParaRPr lang="en-US" altLang="zh-CN" sz="1100" b="1"/>
                    </a:p>
                  </a:txBody>
                  <a:tcPr marL="0" marR="0" marT="0" marB="0" anchor="ctr" anchorCtr="0">
                    <a:lnL>
                      <a:noFill/>
                    </a:lnL>
                    <a:lnR>
                      <a:noFill/>
                    </a:lnR>
                    <a:lnT>
                      <a:noFill/>
                    </a:lnT>
                    <a:lnB>
                      <a:noFill/>
                    </a:lnB>
                    <a:noFill/>
                  </a:tcPr>
                </a:tc>
                <a:tc>
                  <a:txBody>
                    <a:bodyPr/>
                    <a:p>
                      <a:r>
                        <a:rPr lang="en-US" altLang="zh-CN" sz="1100" b="1"/>
                        <a:t>249.821</a:t>
                      </a:r>
                      <a:endParaRPr lang="en-US" altLang="zh-CN" sz="1100" b="1"/>
                    </a:p>
                  </a:txBody>
                  <a:tcPr marL="0" marR="0" marT="0" marB="0" anchor="ctr" anchorCtr="0">
                    <a:lnL>
                      <a:noFill/>
                    </a:lnL>
                    <a:lnR>
                      <a:noFill/>
                    </a:lnR>
                    <a:lnT>
                      <a:noFill/>
                    </a:lnT>
                    <a:lnB>
                      <a:noFill/>
                    </a:lnB>
                    <a:noFill/>
                  </a:tcPr>
                </a:tc>
              </a:tr>
              <a:tr h="326390">
                <a:tc>
                  <a:txBody>
                    <a:bodyPr/>
                    <a:p>
                      <a:r>
                        <a:rPr lang="en-US" altLang="zh-CN" sz="1400" b="1"/>
                        <a:t>Setup 11 (11m)</a:t>
                      </a:r>
                      <a:endParaRPr lang="en-US" altLang="zh-CN" sz="1400" b="1"/>
                    </a:p>
                  </a:txBody>
                  <a:tcPr marL="0" marR="0" marT="0" marB="0" anchor="ctr" anchorCtr="0">
                    <a:lnL>
                      <a:noFill/>
                    </a:lnL>
                    <a:lnR>
                      <a:noFill/>
                    </a:lnR>
                    <a:lnT>
                      <a:noFill/>
                    </a:lnT>
                    <a:lnB>
                      <a:noFill/>
                    </a:lnB>
                    <a:noFill/>
                  </a:tcPr>
                </a:tc>
                <a:tc>
                  <a:txBody>
                    <a:bodyPr/>
                    <a:p>
                      <a:r>
                        <a:rPr lang="en-US" altLang="zh-CN" sz="1100" b="1"/>
                        <a:t>1350.50</a:t>
                      </a:r>
                      <a:endParaRPr lang="en-US" altLang="zh-CN" sz="1100" b="1"/>
                    </a:p>
                  </a:txBody>
                  <a:tcPr marL="0" marR="0" marT="0" marB="0" anchor="ctr" anchorCtr="0">
                    <a:lnL>
                      <a:noFill/>
                    </a:lnL>
                    <a:lnR>
                      <a:noFill/>
                    </a:lnR>
                    <a:lnT>
                      <a:noFill/>
                    </a:lnT>
                    <a:lnB>
                      <a:noFill/>
                    </a:lnB>
                    <a:noFill/>
                  </a:tcPr>
                </a:tc>
                <a:tc>
                  <a:txBody>
                    <a:bodyPr/>
                    <a:p>
                      <a:r>
                        <a:rPr lang="en-US" altLang="zh-CN" sz="1100" b="1"/>
                        <a:t>0.721</a:t>
                      </a:r>
                      <a:endParaRPr lang="en-US" altLang="zh-CN" sz="1100" b="1"/>
                    </a:p>
                  </a:txBody>
                  <a:tcPr marL="0" marR="0" marT="0" marB="0" anchor="ctr" anchorCtr="0">
                    <a:lnL>
                      <a:noFill/>
                    </a:lnL>
                    <a:lnR>
                      <a:noFill/>
                    </a:lnR>
                    <a:lnT>
                      <a:noFill/>
                    </a:lnT>
                    <a:lnB>
                      <a:noFill/>
                    </a:lnB>
                    <a:noFill/>
                  </a:tcPr>
                </a:tc>
                <a:tc>
                  <a:txBody>
                    <a:bodyPr/>
                    <a:p>
                      <a:r>
                        <a:rPr lang="en-US" altLang="zh-CN" sz="1100" b="1"/>
                        <a:t>249.687</a:t>
                      </a:r>
                      <a:endParaRPr lang="en-US" altLang="zh-CN" sz="1100" b="1"/>
                    </a:p>
                  </a:txBody>
                  <a:tcPr marL="0" marR="0" marT="0" marB="0" anchor="ctr" anchorCtr="0">
                    <a:lnL>
                      <a:noFill/>
                    </a:lnL>
                    <a:lnR>
                      <a:noFill/>
                    </a:lnR>
                    <a:lnT>
                      <a:noFill/>
                    </a:lnT>
                    <a:lnB>
                      <a:noFill/>
                    </a:lnB>
                    <a:noFill/>
                  </a:tcPr>
                </a:tc>
              </a:tr>
            </a:tbl>
          </a:graphicData>
        </a:graphic>
      </p:graphicFrame>
      <p:sp>
        <p:nvSpPr>
          <p:cNvPr id="34" name="文本占位符 33"/>
          <p:cNvSpPr>
            <a:spLocks noGrp="1"/>
          </p:cNvSpPr>
          <p:nvPr>
            <p:ph type="body" idx="4294967295"/>
            <p:custDataLst>
              <p:tags r:id="rId2"/>
            </p:custDataLst>
          </p:nvPr>
        </p:nvSpPr>
        <p:spPr>
          <a:xfrm>
            <a:off x="1019810" y="1676400"/>
            <a:ext cx="6339840" cy="381635"/>
          </a:xfrm>
        </p:spPr>
        <p:txBody>
          <a:bodyPr>
            <a:noAutofit/>
          </a:bodyPr>
          <a:lstStyle/>
          <a:p>
            <a:pPr marL="0" indent="0">
              <a:buNone/>
            </a:pPr>
            <a:r>
              <a:rPr lang="zh-CN" altLang="en-US" sz="2400" b="1"/>
              <a:t>双组件考虑阴影遮挡的年化辐照度</a:t>
            </a:r>
            <a:r>
              <a:rPr lang="en-US" altLang="zh-CN" sz="2400" b="1"/>
              <a:t>(</a:t>
            </a:r>
            <a:r>
              <a:rPr lang="zh-CN" altLang="en-US" sz="2400" b="1"/>
              <a:t>理论值</a:t>
            </a:r>
            <a:r>
              <a:rPr lang="en-US" altLang="zh-CN" sz="2400" b="1"/>
              <a:t>)</a:t>
            </a:r>
            <a:endParaRPr lang="en-US" altLang="zh-CN" sz="24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descr="屏幕截图 2025-05-04 181842"/>
          <p:cNvPicPr>
            <a:picLocks noChangeAspect="1"/>
          </p:cNvPicPr>
          <p:nvPr/>
        </p:nvPicPr>
        <p:blipFill>
          <a:blip r:embed="rId1">
            <a:alphaModFix amt="83000"/>
          </a:blip>
          <a:stretch>
            <a:fillRect/>
          </a:stretch>
        </p:blipFill>
        <p:spPr>
          <a:xfrm>
            <a:off x="635" y="0"/>
            <a:ext cx="12191365" cy="6826250"/>
          </a:xfrm>
          <a:prstGeom prst="rect">
            <a:avLst/>
          </a:prstGeom>
          <a:effectLst>
            <a:softEdge rad="127000"/>
          </a:effectLst>
        </p:spPr>
      </p:pic>
      <p:sp>
        <p:nvSpPr>
          <p:cNvPr id="3" name="灯片编号占位符 2"/>
          <p:cNvSpPr>
            <a:spLocks noGrp="1"/>
          </p:cNvSpPr>
          <p:nvPr>
            <p:ph type="sldNum" sz="quarter" idx="12"/>
          </p:nvPr>
        </p:nvSpPr>
        <p:spPr/>
        <p:txBody>
          <a:bodyPr/>
          <a:p>
            <a:fld id="{2515AB8F-1C56-49E9-90C8-78D22B0C1B97}" type="slidenum">
              <a:rPr lang="zh-CN" altLang="en-US" smtClean="0"/>
            </a:fld>
            <a:endParaRPr lang="zh-CN" altLang="en-US" dirty="0"/>
          </a:p>
        </p:txBody>
      </p:sp>
      <p:sp>
        <p:nvSpPr>
          <p:cNvPr id="5" name="矩形 4"/>
          <p:cNvSpPr/>
          <p:nvPr/>
        </p:nvSpPr>
        <p:spPr>
          <a:xfrm>
            <a:off x="4299585" y="2426970"/>
            <a:ext cx="3460115" cy="1641475"/>
          </a:xfrm>
          <a:prstGeom prst="rect">
            <a:avLst/>
          </a:prstGeom>
          <a:noFill/>
          <a:ln>
            <a:noFill/>
          </a:ln>
        </p:spPr>
        <p:txBody>
          <a:bodyPr wrap="none" rtlCol="0" anchor="t">
            <a:noAutofit/>
          </a:bodyPr>
          <a:p>
            <a:pPr algn="ctr"/>
            <a:r>
              <a:rPr lang="en-US" altLang="zh-CN" sz="6600" b="1">
                <a:ln w="10160">
                  <a:solidFill>
                    <a:schemeClr val="accent5"/>
                  </a:solidFill>
                  <a:prstDash val="solid"/>
                </a:ln>
                <a:solidFill>
                  <a:srgbClr val="FFFFFF"/>
                </a:solidFill>
                <a:effectLst>
                  <a:outerShdw blurRad="38100" dist="22860" dir="5400000" algn="tl" rotWithShape="0">
                    <a:srgbClr val="000000">
                      <a:alpha val="30000"/>
                    </a:srgbClr>
                  </a:outerShdw>
                </a:effectLst>
              </a:rPr>
              <a:t>Thanks</a:t>
            </a:r>
            <a:endParaRPr lang="en-US" altLang="zh-CN" sz="6600"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cSld>
  <p:clrMapOvr>
    <a:masterClrMapping/>
  </p:clrMapOvr>
</p:sld>
</file>

<file path=ppt/tags/tag1.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40492852_3*m_h_i*1_1_2"/>
  <p:tag name="KSO_WM_TEMPLATE_CATEGORY" val="diagram"/>
  <p:tag name="KSO_WM_TEMPLATE_INDEX" val="40492852"/>
  <p:tag name="KSO_WM_UNIT_LAYERLEVEL" val="1_1_1"/>
  <p:tag name="KSO_WM_TAG_VERSION" val="3.0"/>
  <p:tag name="KSO_WM_BEAUTIFY_FLAG" val="#wm#"/>
  <p:tag name="KSO_WM_UNIT_FILL_TYPE" val="3"/>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gradient&quot;:[{&quot;brightness&quot;:0,&quot;colorType&quot;:1,&quot;foreColorIndex&quot;:5,&quot;pos&quot;:0,&quot;transparency&quot;:0.6700000166893005},{&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40492852_3*m_h_i*1_2_3"/>
  <p:tag name="KSO_WM_TEMPLATE_CATEGORY" val="diagram"/>
  <p:tag name="KSO_WM_TEMPLATE_INDEX" val="40492852"/>
  <p:tag name="KSO_WM_UNIT_LAYERLEVEL" val="1_1_1"/>
  <p:tag name="KSO_WM_TAG_VERSION" val="3.0"/>
  <p:tag name="KSO_WM_BEAUTIFY_FLAG" val="#wm#"/>
  <p:tag name="KSO_WM_UNIT_FILL_TYPE" val="1"/>
  <p:tag name="KSO_WM_UNIT_FILL_FORE_SCHEMECOLOR_INDEX" val="13"/>
  <p:tag name="KSO_WM_UNIT_FILL_FORE_SCHEMECOLOR_INDEX_BRIGHTNESS" val="0.5"/>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solid&quot;:{&quot;brightness&quot;:0.5,&quot;colorType&quot;:1,&quot;foreColorIndex&quot;:13,&quot;transparency&quot;:0.839999973773956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40492852_3*m_h_i*1_2_2"/>
  <p:tag name="KSO_WM_TEMPLATE_CATEGORY" val="diagram"/>
  <p:tag name="KSO_WM_TEMPLATE_INDEX" val="40492852"/>
  <p:tag name="KSO_WM_UNIT_LAYERLEVEL" val="1_1_1"/>
  <p:tag name="KSO_WM_TAG_VERSION" val="3.0"/>
  <p:tag name="KSO_WM_BEAUTIFY_FLAG" val="#wm#"/>
  <p:tag name="KSO_WM_UNIT_FILL_TYPE" val="3"/>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gradient&quot;:[{&quot;brightness&quot;:0,&quot;colorType&quot;:1,&quot;foreColorIndex&quot;:7,&quot;pos&quot;:0,&quot;transparency&quot;:0.6700000166893005},{&quot;brightness&quot;:0,&quot;colorType&quot;:1,&quot;foreColorIndex&quot;:7,&quot;pos&quot;:1,&quot;transparency&quot;:0}],&quot;type&quot;:3},&quot;glow&quot;:{&quot;colorType&quot;:0},&quot;line&quot;:{&quot;type&quot;:0},&quot;shadow&quot;:{&quot;brightness&quot;:-0.25,&quot;colorType&quot;:1,&quot;foreColorIndex&quot;:7,&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40492852_3*m_h_i*1_3_3"/>
  <p:tag name="KSO_WM_TEMPLATE_CATEGORY" val="diagram"/>
  <p:tag name="KSO_WM_TEMPLATE_INDEX" val="40492852"/>
  <p:tag name="KSO_WM_UNIT_LAYERLEVEL" val="1_1_1"/>
  <p:tag name="KSO_WM_TAG_VERSION" val="3.0"/>
  <p:tag name="KSO_WM_BEAUTIFY_FLAG" val="#wm#"/>
  <p:tag name="KSO_WM_UNIT_FILL_TYPE" val="1"/>
  <p:tag name="KSO_WM_UNIT_FILL_FORE_SCHEMECOLOR_INDEX" val="13"/>
  <p:tag name="KSO_WM_UNIT_FILL_FORE_SCHEMECOLOR_INDEX_BRIGHTNESS" val="0.5"/>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solid&quot;:{&quot;brightness&quot;:0.5,&quot;colorType&quot;:1,&quot;foreColorIndex&quot;:13,&quot;transparency&quot;:0.839999973773956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40492852_3*m_h_i*1_3_2"/>
  <p:tag name="KSO_WM_TEMPLATE_CATEGORY" val="diagram"/>
  <p:tag name="KSO_WM_TEMPLATE_INDEX" val="40492852"/>
  <p:tag name="KSO_WM_UNIT_LAYERLEVEL" val="1_1_1"/>
  <p:tag name="KSO_WM_TAG_VERSION" val="3.0"/>
  <p:tag name="KSO_WM_BEAUTIFY_FLAG" val="#wm#"/>
  <p:tag name="KSO_WM_UNIT_FILL_TYPE" val="3"/>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gradient&quot;:[{&quot;brightness&quot;:0,&quot;colorType&quot;:1,&quot;foreColorIndex&quot;:5,&quot;pos&quot;:0,&quot;transparency&quot;:0.6700000166893005},{&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6.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40492852_3*m_h_i*1_4_3"/>
  <p:tag name="KSO_WM_TEMPLATE_CATEGORY" val="diagram"/>
  <p:tag name="KSO_WM_TEMPLATE_INDEX" val="40492852"/>
  <p:tag name="KSO_WM_UNIT_LAYERLEVEL" val="1_1_1"/>
  <p:tag name="KSO_WM_TAG_VERSION" val="3.0"/>
  <p:tag name="KSO_WM_BEAUTIFY_FLAG" val="#wm#"/>
  <p:tag name="KSO_WM_UNIT_FILL_TYPE" val="1"/>
  <p:tag name="KSO_WM_UNIT_FILL_FORE_SCHEMECOLOR_INDEX" val="13"/>
  <p:tag name="KSO_WM_UNIT_FILL_FORE_SCHEMECOLOR_INDEX_BRIGHTNESS" val="0.5"/>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solid&quot;:{&quot;brightness&quot;:0.5,&quot;colorType&quot;:1,&quot;foreColorIndex&quot;:13,&quot;transparency&quot;:0.839999973773956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7.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40492852_3*m_h_i*1_4_2"/>
  <p:tag name="KSO_WM_TEMPLATE_CATEGORY" val="diagram"/>
  <p:tag name="KSO_WM_TEMPLATE_INDEX" val="40492852"/>
  <p:tag name="KSO_WM_UNIT_LAYERLEVEL" val="1_1_1"/>
  <p:tag name="KSO_WM_TAG_VERSION" val="3.0"/>
  <p:tag name="KSO_WM_BEAUTIFY_FLAG" val="#wm#"/>
  <p:tag name="KSO_WM_UNIT_FILL_TYPE" val="3"/>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gradient&quot;:[{&quot;brightness&quot;:0,&quot;colorType&quot;:1,&quot;foreColorIndex&quot;:7,&quot;pos&quot;:0,&quot;transparency&quot;:0.6700000166893005},{&quot;brightness&quot;:0,&quot;colorType&quot;:1,&quot;foreColorIndex&quot;:7,&quot;pos&quot;:1,&quot;transparency&quot;:0}],&quot;type&quot;:3},&quot;glow&quot;:{&quot;colorType&quot;:0},&quot;line&quot;:{&quot;type&quot;:0},&quot;shadow&quot;:{&quot;brightness&quot;:-0.25,&quot;colorType&quot;:1,&quot;foreColorIndex&quot;:7,&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3"/>
  <p:tag name="KSO_WM_UNIT_ID" val="diagram40492852_3*m_h_i*1_5_3"/>
  <p:tag name="KSO_WM_TEMPLATE_CATEGORY" val="diagram"/>
  <p:tag name="KSO_WM_TEMPLATE_INDEX" val="40492852"/>
  <p:tag name="KSO_WM_UNIT_LAYERLEVEL" val="1_1_1"/>
  <p:tag name="KSO_WM_TAG_VERSION" val="3.0"/>
  <p:tag name="KSO_WM_BEAUTIFY_FLAG" val="#wm#"/>
  <p:tag name="KSO_WM_UNIT_FILL_TYPE" val="1"/>
  <p:tag name="KSO_WM_UNIT_FILL_FORE_SCHEMECOLOR_INDEX" val="13"/>
  <p:tag name="KSO_WM_UNIT_FILL_FORE_SCHEMECOLOR_INDEX_BRIGHTNESS" val="0.5"/>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solid&quot;:{&quot;brightness&quot;:0.5,&quot;colorType&quot;:1,&quot;foreColorIndex&quot;:13,&quot;transparency&quot;:0.839999973773956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40492852_3*m_h_i*1_5_2"/>
  <p:tag name="KSO_WM_TEMPLATE_CATEGORY" val="diagram"/>
  <p:tag name="KSO_WM_TEMPLATE_INDEX" val="40492852"/>
  <p:tag name="KSO_WM_UNIT_LAYERLEVEL" val="1_1_1"/>
  <p:tag name="KSO_WM_TAG_VERSION" val="3.0"/>
  <p:tag name="KSO_WM_BEAUTIFY_FLAG" val="#wm#"/>
  <p:tag name="KSO_WM_UNIT_FILL_TYPE" val="3"/>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gradient&quot;:[{&quot;brightness&quot;:0,&quot;colorType&quot;:1,&quot;foreColorIndex&quot;:5,&quot;pos&quot;:0,&quot;transparency&quot;:0.6700000166893005},{&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40492852_3*m_h_i*1_1_1"/>
  <p:tag name="KSO_WM_TEMPLATE_CATEGORY" val="diagram"/>
  <p:tag name="KSO_WM_TEMPLATE_INDEX" val="40492852"/>
  <p:tag name="KSO_WM_UNIT_LAYERLEVEL" val="1_1_1"/>
  <p:tag name="KSO_WM_TAG_VERSION" val="3.0"/>
  <p:tag name="KSO_WM_BEAUTIFY_FLAG" val="#wm#"/>
  <p:tag name="KSO_WM_UNIT_TEXT_FILL_FORE_SCHEMECOLOR_INDEX" val="1"/>
  <p:tag name="KSO_WM_UNIT_TEXT_FILL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xml><?xml version="1.0" encoding="utf-8"?>
<p:tagLst xmlns:p="http://schemas.openxmlformats.org/presentationml/2006/main">
  <p:tag name="KSO_WM_DIAGRAM_VERSION" val="3"/>
  <p:tag name="KSO_WM_DIAGRAM_COLOR_TRICK" val="2"/>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40492852_3*m_h_a*1_1_1"/>
  <p:tag name="KSO_WM_TEMPLATE_CATEGORY" val="diagram"/>
  <p:tag name="KSO_WM_TEMPLATE_INDEX" val="40492852"/>
  <p:tag name="KSO_WM_UNIT_LAYERLEVEL" val="1_1_1"/>
  <p:tag name="KSO_WM_TAG_VERSION" val="3.0"/>
  <p:tag name="KSO_WM_BEAUTIFY_FLAG" val="#wm#"/>
  <p:tag name="KSO_WM_UNIT_PRESET_TEXT" val="单击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40492852_3*m_h_i*1_2_1"/>
  <p:tag name="KSO_WM_TEMPLATE_CATEGORY" val="diagram"/>
  <p:tag name="KSO_WM_TEMPLATE_INDEX" val="40492852"/>
  <p:tag name="KSO_WM_UNIT_LAYERLEVEL" val="1_1_1"/>
  <p:tag name="KSO_WM_TAG_VERSION" val="3.0"/>
  <p:tag name="KSO_WM_BEAUTIFY_FLAG" val="#wm#"/>
  <p:tag name="KSO_WM_UNIT_TEXT_FILL_FORE_SCHEMECOLOR_INDEX" val="1"/>
  <p:tag name="KSO_WM_UNIT_TEXT_FILL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3.xml><?xml version="1.0" encoding="utf-8"?>
<p:tagLst xmlns:p="http://schemas.openxmlformats.org/presentationml/2006/main">
  <p:tag name="KSO_WM_DIAGRAM_VERSION" val="3"/>
  <p:tag name="KSO_WM_DIAGRAM_COLOR_TRICK" val="2"/>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40492852_3*m_h_a*1_2_1"/>
  <p:tag name="KSO_WM_TEMPLATE_CATEGORY" val="diagram"/>
  <p:tag name="KSO_WM_TEMPLATE_INDEX" val="40492852"/>
  <p:tag name="KSO_WM_UNIT_LAYERLEVEL" val="1_1_1"/>
  <p:tag name="KSO_WM_TAG_VERSION" val="3.0"/>
  <p:tag name="KSO_WM_BEAUTIFY_FLAG" val="#wm#"/>
  <p:tag name="KSO_WM_UNIT_PRESET_TEXT" val="单击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4.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40492852_3*m_h_i*1_3_1"/>
  <p:tag name="KSO_WM_TEMPLATE_CATEGORY" val="diagram"/>
  <p:tag name="KSO_WM_TEMPLATE_INDEX" val="40492852"/>
  <p:tag name="KSO_WM_UNIT_LAYERLEVEL" val="1_1_1"/>
  <p:tag name="KSO_WM_TAG_VERSION" val="3.0"/>
  <p:tag name="KSO_WM_BEAUTIFY_FLAG" val="#wm#"/>
  <p:tag name="KSO_WM_UNIT_TEXT_FILL_FORE_SCHEMECOLOR_INDEX" val="1"/>
  <p:tag name="KSO_WM_UNIT_TEXT_FILL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xml><?xml version="1.0" encoding="utf-8"?>
<p:tagLst xmlns:p="http://schemas.openxmlformats.org/presentationml/2006/main">
  <p:tag name="KSO_WM_DIAGRAM_VERSION" val="3"/>
  <p:tag name="KSO_WM_DIAGRAM_COLOR_TRICK" val="2"/>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40492852_3*m_h_a*1_3_1"/>
  <p:tag name="KSO_WM_TEMPLATE_CATEGORY" val="diagram"/>
  <p:tag name="KSO_WM_TEMPLATE_INDEX" val="40492852"/>
  <p:tag name="KSO_WM_UNIT_LAYERLEVEL" val="1_1_1"/>
  <p:tag name="KSO_WM_TAG_VERSION" val="3.0"/>
  <p:tag name="KSO_WM_BEAUTIFY_FLAG" val="#wm#"/>
  <p:tag name="KSO_WM_UNIT_PRESET_TEXT" val="单击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1"/>
  <p:tag name="KSO_WM_UNIT_ID" val="diagram40492852_3*m_h_i*1_4_1"/>
  <p:tag name="KSO_WM_TEMPLATE_CATEGORY" val="diagram"/>
  <p:tag name="KSO_WM_TEMPLATE_INDEX" val="40492852"/>
  <p:tag name="KSO_WM_UNIT_LAYERLEVEL" val="1_1_1"/>
  <p:tag name="KSO_WM_TAG_VERSION" val="3.0"/>
  <p:tag name="KSO_WM_BEAUTIFY_FLAG" val="#wm#"/>
  <p:tag name="KSO_WM_UNIT_TEXT_FILL_FORE_SCHEMECOLOR_INDEX" val="1"/>
  <p:tag name="KSO_WM_UNIT_TEXT_FILL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7.xml><?xml version="1.0" encoding="utf-8"?>
<p:tagLst xmlns:p="http://schemas.openxmlformats.org/presentationml/2006/main">
  <p:tag name="KSO_WM_DIAGRAM_VERSION" val="3"/>
  <p:tag name="KSO_WM_DIAGRAM_COLOR_TRICK" val="2"/>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40492852_3*m_h_a*1_4_1"/>
  <p:tag name="KSO_WM_TEMPLATE_CATEGORY" val="diagram"/>
  <p:tag name="KSO_WM_TEMPLATE_INDEX" val="40492852"/>
  <p:tag name="KSO_WM_UNIT_LAYERLEVEL" val="1_1_1"/>
  <p:tag name="KSO_WM_TAG_VERSION" val="3.0"/>
  <p:tag name="KSO_WM_BEAUTIFY_FLAG" val="#wm#"/>
  <p:tag name="KSO_WM_UNIT_PRESET_TEXT" val="单击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8.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5_1"/>
  <p:tag name="KSO_WM_UNIT_ID" val="diagram40492852_3*m_h_i*1_5_1"/>
  <p:tag name="KSO_WM_TEMPLATE_CATEGORY" val="diagram"/>
  <p:tag name="KSO_WM_TEMPLATE_INDEX" val="40492852"/>
  <p:tag name="KSO_WM_UNIT_LAYERLEVEL" val="1_1_1"/>
  <p:tag name="KSO_WM_TAG_VERSION" val="3.0"/>
  <p:tag name="KSO_WM_BEAUTIFY_FLAG" val="#wm#"/>
  <p:tag name="KSO_WM_UNIT_TEXT_FILL_FORE_SCHEMECOLOR_INDEX" val="1"/>
  <p:tag name="KSO_WM_UNIT_TEXT_FILL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9.xml><?xml version="1.0" encoding="utf-8"?>
<p:tagLst xmlns:p="http://schemas.openxmlformats.org/presentationml/2006/main">
  <p:tag name="KSO_WM_DIAGRAM_VERSION" val="3"/>
  <p:tag name="KSO_WM_DIAGRAM_COLOR_TRICK" val="2"/>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5_1"/>
  <p:tag name="KSO_WM_UNIT_ID" val="diagram40492852_3*m_h_a*1_5_1"/>
  <p:tag name="KSO_WM_TEMPLATE_CATEGORY" val="diagram"/>
  <p:tag name="KSO_WM_TEMPLATE_INDEX" val="40492852"/>
  <p:tag name="KSO_WM_UNIT_LAYERLEVEL" val="1_1_1"/>
  <p:tag name="KSO_WM_TAG_VERSION" val="3.0"/>
  <p:tag name="KSO_WM_BEAUTIFY_FLAG" val="#wm#"/>
  <p:tag name="KSO_WM_UNIT_PRESET_TEXT" val="单击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15.8500122070312,&quot;left&quot;:114.17498779296875,&quot;top&quot;:126.07499389648437,&quot;width&quot;:732.250051577109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a*1"/>
  <p:tag name="KSO_WM_TEMPLATE_CATEGORY" val="diagram"/>
  <p:tag name="KSO_WM_TEMPLATE_INDEX" val="20234417"/>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m1-1"/>
  <p:tag name="KSO_WM_UNIT_TYPE" val="a"/>
  <p:tag name="KSO_WM_UNIT_INDEX" val="1"/>
  <p:tag name="KSO_WM_UNIT_PRESET_TEXT" val="单击此处添加标题"/>
  <p:tag name="KSO_WM_UNIT_TEXT_TYPE" val="1"/>
  <p:tag name="KSO_WM_UNIT_TEXT_FILL_FORE_SCHEMECOLOR_INDEX" val="5"/>
  <p:tag name="KSO_WM_UNIT_TEXT_FILL_TYPE" val="1"/>
  <p:tag name="KSO_WM_UNIT_USESOURCEFORMAT_APPLY" val="1"/>
</p:tagLst>
</file>

<file path=ppt/tags/tag21.xml><?xml version="1.0" encoding="utf-8"?>
<p:tagLst xmlns:p="http://schemas.openxmlformats.org/presentationml/2006/main">
  <p:tag name="KSO_WM_BEAUTIFY_FLAG" val="#wm#"/>
  <p:tag name="KSO_WM_UNIT_TYPE" val="m_h_i"/>
  <p:tag name="KSO_WM_UNIT_INDEX" val="1_1_1"/>
  <p:tag name="KSO_WM_UNIT_ID" val="diagram19882022_4*m_h_i*1_1_1"/>
  <p:tag name="KSO_WM_TEMPLATE_INDEX" val="19882022"/>
  <p:tag name="KSO_WM_TAG_VERSION" val="2.0"/>
  <p:tag name="KSO_WM_DIAGRAM_GROUP_CODE" val="l1-1"/>
  <p:tag name="KSO_WM_UNIT_SUBTYPE" val="d"/>
  <p:tag name="KSO_WM_UNIT_TEXT_FILL_FORE_SCHEMECOLOR_INDEX" val="13"/>
  <p:tag name="KSO_WM_UNIT_TEXT_FILL_TYPE" val="1"/>
  <p:tag name="KSO_WM_UNIT_USESOURCEFORMAT_APPLY" val="1"/>
  <p:tag name="KSO_WM_DIAGRAM_VIRTUALLY_FRAME" val="{&quot;height&quot;:369.58236220472446,&quot;left&quot;:20.99055118110236,&quot;top&quot;:96.35,&quot;width&quot;:883.7393700787403}"/>
</p:tagLst>
</file>

<file path=ppt/tags/tag22.xml><?xml version="1.0" encoding="utf-8"?>
<p:tagLst xmlns:p="http://schemas.openxmlformats.org/presentationml/2006/main">
  <p:tag name="KSO_WM_BEAUTIFY_FLAG" val="#wm#"/>
  <p:tag name="KSO_WM_UNIT_TYPE" val="m_h_i"/>
  <p:tag name="KSO_WM_UNIT_INDEX" val="1_3_1"/>
  <p:tag name="KSO_WM_UNIT_ID" val="diagram19882022_4*m_h_i*1_3_1"/>
  <p:tag name="KSO_WM_TEMPLATE_INDEX" val="19882022"/>
  <p:tag name="KSO_WM_TAG_VERSION" val="2.0"/>
  <p:tag name="KSO_WM_DIAGRAM_GROUP_CODE" val="l1-1"/>
  <p:tag name="KSO_WM_UNIT_SUBTYPE" val="d"/>
  <p:tag name="KSO_WM_UNIT_TEXT_FILL_FORE_SCHEMECOLOR_INDEX" val="13"/>
  <p:tag name="KSO_WM_UNIT_TEXT_FILL_TYPE" val="1"/>
  <p:tag name="KSO_WM_UNIT_USESOURCEFORMAT_APPLY" val="1"/>
  <p:tag name="KSO_WM_DIAGRAM_VIRTUALLY_FRAME" val="{&quot;height&quot;:369.58236220472446,&quot;left&quot;:20.99055118110236,&quot;top&quot;:96.35,&quot;width&quot;:883.7393700787403}"/>
</p:tagLst>
</file>

<file path=ppt/tags/tag23.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24.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25.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LINE_FORE_SCHEMECOLOR_INDEX" val="13"/>
  <p:tag name="KSO_WM_UNIT_LINE_FILL_TYPE" val="2"/>
  <p:tag name="KSO_WM_UNIT_TEXT_FILL_FORE_SCHEMECOLOR_INDEX" val="2"/>
  <p:tag name="KSO_WM_UNIT_TEXT_FILL_TYPE" val="1"/>
  <p:tag name="KSO_WM_UNIT_USESOURCEFORMAT_APPLY" val="1"/>
</p:tagLst>
</file>

<file path=ppt/tags/tag26.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LINE_FORE_SCHEMECOLOR_INDEX" val="5"/>
  <p:tag name="KSO_WM_UNIT_LINE_FILL_TYPE" val="2"/>
  <p:tag name="KSO_WM_UNIT_TEXT_FILL_FORE_SCHEMECOLOR_INDEX" val="2"/>
  <p:tag name="KSO_WM_UNIT_TEXT_FILL_TYPE" val="1"/>
  <p:tag name="KSO_WM_UNIT_USESOURCEFORMAT_APPLY" val="1"/>
</p:tagLst>
</file>

<file path=ppt/tags/tag27.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LINE_FORE_SCHEMECOLOR_INDEX" val="13"/>
  <p:tag name="KSO_WM_UNIT_LINE_FILL_TYPE" val="2"/>
  <p:tag name="KSO_WM_UNIT_TEXT_FILL_FORE_SCHEMECOLOR_INDEX" val="2"/>
  <p:tag name="KSO_WM_UNIT_TEXT_FILL_TYPE" val="1"/>
  <p:tag name="KSO_WM_UNIT_USESOURCEFORMAT_APPLY" val="1"/>
</p:tagLst>
</file>

<file path=ppt/tags/tag28.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LINE_FORE_SCHEMECOLOR_INDEX" val="13"/>
  <p:tag name="KSO_WM_UNIT_LINE_FILL_TYPE" val="2"/>
  <p:tag name="KSO_WM_UNIT_TEXT_FILL_FORE_SCHEMECOLOR_INDEX" val="2"/>
  <p:tag name="KSO_WM_UNIT_TEXT_FILL_TYPE" val="1"/>
  <p:tag name="KSO_WM_UNIT_USESOURCEFORMAT_APPLY" val="1"/>
</p:tagLst>
</file>

<file path=ppt/tags/tag29.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LINE_FORE_SCHEMECOLOR_INDEX" val="13"/>
  <p:tag name="KSO_WM_UNIT_LINE_FILL_TYPE" val="2"/>
  <p:tag name="KSO_WM_UNIT_TEXT_FILL_FORE_SCHEMECOLOR_INDEX" val="2"/>
  <p:tag name="KSO_WM_UNIT_TEXT_FILL_TYPE" val="1"/>
  <p:tag name="KSO_WM_UNIT_USESOURCEFORMAT_APPLY" val="1"/>
</p:tagLst>
</file>

<file path=ppt/tags/tag30.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FILL_FORE_SCHEMECOLOR_INDEX" val="5"/>
  <p:tag name="KSO_WM_UNIT_FILL_TYPE" val="1"/>
  <p:tag name="KSO_WM_UNIT_TEXT_FILL_FORE_SCHEMECOLOR_INDEX" val="13"/>
  <p:tag name="KSO_WM_UNIT_TEXT_FILL_TYPE" val="1"/>
  <p:tag name="KSO_WM_UNIT_USESOURCEFORMAT_APPLY" val="1"/>
</p:tagLst>
</file>

<file path=ppt/tags/tag31.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FILL_FORE_SCHEMECOLOR_INDEX" val="5"/>
  <p:tag name="KSO_WM_UNIT_FILL_TYPE" val="1"/>
  <p:tag name="KSO_WM_UNIT_TEXT_FILL_FORE_SCHEMECOLOR_INDEX" val="13"/>
  <p:tag name="KSO_WM_UNIT_TEXT_FILL_TYPE" val="1"/>
  <p:tag name="KSO_WM_UNIT_USESOURCEFORMAT_APPLY" val="1"/>
</p:tagLst>
</file>

<file path=ppt/tags/tag32.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FILL_FORE_SCHEMECOLOR_INDEX" val="5"/>
  <p:tag name="KSO_WM_UNIT_FILL_TYPE" val="1"/>
  <p:tag name="KSO_WM_UNIT_LINE_FORE_SCHEMECOLOR_INDEX" val="13"/>
  <p:tag name="KSO_WM_UNIT_LINE_FILL_TYPE" val="2"/>
  <p:tag name="KSO_WM_UNIT_TEXT_FILL_FORE_SCHEMECOLOR_INDEX" val="2"/>
  <p:tag name="KSO_WM_UNIT_TEXT_FILL_TYPE" val="1"/>
  <p:tag name="KSO_WM_UNIT_USESOURCEFORMAT_APPLY" val="1"/>
</p:tagLst>
</file>

<file path=ppt/tags/tag33.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34.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35.xml><?xml version="1.0" encoding="utf-8"?>
<p:tagLst xmlns:p="http://schemas.openxmlformats.org/presentationml/2006/main">
  <p:tag name="KSO_WM_BEAUTIFY_FLAG" val="#wm#"/>
  <p:tag name="KSO_WM_UNIT_TYPE" val="l_i"/>
  <p:tag name="KSO_WM_UNIT_INDEX" val="1_1"/>
  <p:tag name="KSO_WM_UNIT_ID" val="diagram19882022_4*l_i*1_1"/>
  <p:tag name="KSO_WM_TEMPLATE_INDEX" val="19882022"/>
  <p:tag name="KSO_WM_TAG_VERSION" val="2.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36.xml><?xml version="1.0" encoding="utf-8"?>
<p:tagLst xmlns:p="http://schemas.openxmlformats.org/presentationml/2006/main">
  <p:tag name="KSO_WM_BEAUTIFY_FLAG" val="#wm#"/>
  <p:tag name="KSO_WM_UNIT_TYPE" val="m_h_f"/>
  <p:tag name="KSO_WM_UNIT_INDEX" val="1_1_1"/>
  <p:tag name="KSO_WM_UNIT_ID" val="diagram19882022_4*m_h_f*1_1_1"/>
  <p:tag name="KSO_WM_TEMPLATE_INDEX" val="19882022"/>
  <p:tag name="KSO_WM_TAG_VERSION" val="2.0"/>
  <p:tag name="KSO_WM_DIAGRAM_GROUP_CODE" val="l1-1"/>
  <p:tag name="KSO_WM_UNIT_SUBTYPE" val="a"/>
  <p:tag name="KSO_WM_UNIT_TEXT_FILL_FORE_SCHEMECOLOR_INDEX" val="13"/>
  <p:tag name="KSO_WM_UNIT_TEXT_FILL_TYPE" val="1"/>
  <p:tag name="KSO_WM_UNIT_USESOURCEFORMAT_APPLY" val="1"/>
  <p:tag name="KSO_WM_DIAGRAM_VIRTUALLY_FRAME" val="{&quot;height&quot;:369.58236220472446,&quot;left&quot;:20.99055118110236,&quot;top&quot;:96.35,&quot;width&quot;:883.7393700787403}"/>
</p:tagLst>
</file>

<file path=ppt/tags/tag37.xml><?xml version="1.0" encoding="utf-8"?>
<p:tagLst xmlns:p="http://schemas.openxmlformats.org/presentationml/2006/main">
  <p:tag name="KSO_WM_BEAUTIFY_FLAG" val="#wm#"/>
  <p:tag name="KSO_WM_UNIT_TYPE" val="m_h_f"/>
  <p:tag name="KSO_WM_UNIT_INDEX" val="1_3_1"/>
  <p:tag name="KSO_WM_UNIT_ID" val="diagram19882022_4*m_h_f*1_3_1"/>
  <p:tag name="KSO_WM_TEMPLATE_INDEX" val="19882022"/>
  <p:tag name="KSO_WM_TAG_VERSION" val="2.0"/>
  <p:tag name="KSO_WM_DIAGRAM_GROUP_CODE" val="l1-1"/>
  <p:tag name="KSO_WM_UNIT_SUBTYPE" val="a"/>
  <p:tag name="KSO_WM_UNIT_TEXT_FILL_FORE_SCHEMECOLOR_INDEX" val="13"/>
  <p:tag name="KSO_WM_UNIT_TEXT_FILL_TYPE" val="1"/>
  <p:tag name="KSO_WM_UNIT_USESOURCEFORMAT_APPLY" val="1"/>
  <p:tag name="KSO_WM_DIAGRAM_VIRTUALLY_FRAME" val="{&quot;height&quot;:369.58236220472446,&quot;left&quot;:20.99055118110236,&quot;top&quot;:96.35,&quot;width&quot;:883.7393700787403}"/>
</p:tagLst>
</file>

<file path=ppt/tags/tag38.xml><?xml version="1.0" encoding="utf-8"?>
<p:tagLst xmlns:p="http://schemas.openxmlformats.org/presentationml/2006/main">
  <p:tag name="KSO_WM_BEAUTIFY_FLAG" val="#wm#"/>
  <p:tag name="KSO_WM_UNIT_TYPE" val="m_h_f"/>
  <p:tag name="KSO_WM_UNIT_INDEX" val="1_2_1"/>
  <p:tag name="KSO_WM_UNIT_ID" val="diagram19882022_4*m_h_f*1_2_1"/>
  <p:tag name="KSO_WM_TEMPLATE_INDEX" val="19882022"/>
  <p:tag name="KSO_WM_TAG_VERSION" val="2.0"/>
  <p:tag name="KSO_WM_DIAGRAM_GROUP_CODE" val="l1-1"/>
  <p:tag name="KSO_WM_UNIT_SUBTYPE" val="a"/>
  <p:tag name="KSO_WM_UNIT_TEXT_FILL_FORE_SCHEMECOLOR_INDEX" val="13"/>
  <p:tag name="KSO_WM_UNIT_TEXT_FILL_TYPE" val="1"/>
  <p:tag name="KSO_WM_UNIT_USESOURCEFORMAT_APPLY" val="1"/>
  <p:tag name="KSO_WM_DIAGRAM_VIRTUALLY_FRAME" val="{&quot;height&quot;:369.58236220472446,&quot;left&quot;:20.99055118110236,&quot;top&quot;:96.35,&quot;width&quot;:883.7393700787403}"/>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4*m_h_i*1_2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397.15755905511816,&quot;left&quot;:54.75,&quot;top&quot;:109.72094488188978,&quot;width&quot;:850.670472440944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40.xml><?xml version="1.0" encoding="utf-8"?>
<p:tagLst xmlns:p="http://schemas.openxmlformats.org/presentationml/2006/main">
  <p:tag name="KSO_WM_BEAUTIFY_FLAG" val="#wm#"/>
  <p:tag name="KSO_WM_UNIT_TYPE" val="m_h_f"/>
  <p:tag name="KSO_WM_UNIT_INDEX" val="1_4_1"/>
  <p:tag name="KSO_WM_UNIT_ID" val="diagram19882022_4*m_h_f*1_4_1"/>
  <p:tag name="KSO_WM_TEMPLATE_INDEX" val="19882022"/>
  <p:tag name="KSO_WM_TAG_VERSION" val="2.0"/>
  <p:tag name="KSO_WM_DIAGRAM_GROUP_CODE" val="l1-1"/>
  <p:tag name="KSO_WM_UNIT_SUBTYPE" val="a"/>
  <p:tag name="KSO_WM_UNIT_TEXT_FILL_FORE_SCHEMECOLOR_INDEX" val="13"/>
  <p:tag name="KSO_WM_UNIT_TEXT_FILL_TYPE" val="1"/>
  <p:tag name="KSO_WM_UNIT_USESOURCEFORMAT_APPLY" val="1"/>
  <p:tag name="KSO_WM_DIAGRAM_VIRTUALLY_FRAME" val="{&quot;height&quot;:369.58236220472446,&quot;left&quot;:20.99055118110236,&quot;top&quot;:96.35,&quot;width&quot;:883.7393700787403}"/>
</p:tagLst>
</file>

<file path=ppt/tags/tag41.xml><?xml version="1.0" encoding="utf-8"?>
<p:tagLst xmlns:p="http://schemas.openxmlformats.org/presentationml/2006/main">
  <p:tag name="KSO_WM_BEAUTIFY_FLAG" val="#wm#"/>
  <p:tag name="KSO_WM_UNIT_TYPE" val="m_h_i"/>
  <p:tag name="KSO_WM_UNIT_INDEX" val="1_4_1"/>
  <p:tag name="KSO_WM_UNIT_ID" val="diagram19882022_4*m_h_i*1_4_1"/>
  <p:tag name="KSO_WM_TEMPLATE_INDEX" val="19882022"/>
  <p:tag name="KSO_WM_TAG_VERSION" val="2.0"/>
  <p:tag name="KSO_WM_DIAGRAM_GROUP_CODE" val="l1-1"/>
  <p:tag name="KSO_WM_UNIT_SUBTYPE" val="d"/>
  <p:tag name="KSO_WM_UNIT_TEXT_FILL_FORE_SCHEMECOLOR_INDEX" val="13"/>
  <p:tag name="KSO_WM_UNIT_TEXT_FILL_TYPE" val="1"/>
  <p:tag name="KSO_WM_UNIT_USESOURCEFORMAT_APPLY" val="1"/>
  <p:tag name="KSO_WM_DIAGRAM_VIRTUALLY_FRAME" val="{&quot;height&quot;:369.58236220472446,&quot;left&quot;:20.99055118110236,&quot;top&quot;:96.35,&quot;width&quot;:883.7393700787403}"/>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4*m_h_f*1_6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6_1"/>
  <p:tag name="KSO_WM_DIAGRAM_VERSION" val="3"/>
  <p:tag name="KSO_WM_DIAGRAM_COLOR_TRICK" val="1"/>
  <p:tag name="KSO_WM_DIAGRAM_COLOR_TEXT_CAN_REMOVE" val="n"/>
  <p:tag name="KSO_WM_DIAGRAM_MAX_ITEMCNT" val="6"/>
  <p:tag name="KSO_WM_DIAGRAM_MIN_ITEMCNT" val="2"/>
  <p:tag name="KSO_WM_DIAGRAM_VIRTUALLY_FRAME" val="{&quot;height&quot;:397.15755905511816,&quot;left&quot;:54.75,&quot;top&quot;:109.72094488188978,&quot;width&quot;:850.670472440944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43.xml><?xml version="1.0" encoding="utf-8"?>
<p:tagLst xmlns:p="http://schemas.openxmlformats.org/presentationml/2006/main">
  <p:tag name="KSO_WM_SLIDE_ID" val="diagram20234417_5"/>
  <p:tag name="KSO_WM_TEMPLATE_SUBCATEGORY" val="0"/>
  <p:tag name="KSO_WM_TEMPLATE_MASTER_TYPE" val="0"/>
  <p:tag name="KSO_WM_TEMPLATE_COLOR_TYPE" val="0"/>
  <p:tag name="KSO_WM_SLIDE_TYPE" val="text"/>
  <p:tag name="KSO_WM_SLIDE_SUBTYPE" val="diag"/>
  <p:tag name="KSO_WM_SLIDE_ITEM_CNT" val="6"/>
  <p:tag name="KSO_WM_SLIDE_INDEX" val="5"/>
  <p:tag name="KSO_WM_SLIDE_SIZE" val="850.67*401.65"/>
  <p:tag name="KSO_WM_SLIDE_POSITION" val="54.75*107.45"/>
  <p:tag name="KSO_WM_TAG_VERSION" val="3.0"/>
  <p:tag name="KSO_WM_BEAUTIFY_FLAG" val="#wm#"/>
  <p:tag name="KSO_WM_TEMPLATE_CATEGORY" val="diagram"/>
  <p:tag name="KSO_WM_TEMPLATE_INDEX" val="20234417"/>
  <p:tag name="KSO_WM_DIAGRAM_GROUP_CODE" val="m1-1"/>
  <p:tag name="KSO_WM_SLIDE_DIAGTYPE" val="m"/>
  <p:tag name="KSO_WM_SLIDE_LAYOUT" val="a_m"/>
  <p:tag name="KSO_WM_SLIDE_LAYOUT_CNT" val="1_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959_1*i*2"/>
  <p:tag name="KSO_WM_TEMPLATE_CATEGORY" val="custom"/>
  <p:tag name="KSO_WM_TEMPLATE_INDEX" val="40492959"/>
  <p:tag name="KSO_WM_UNIT_LAYERLEVEL" val="1"/>
  <p:tag name="KSO_WM_TAG_VERSION" val="3.0"/>
  <p:tag name="KSO_WM_BEAUTIFY_FLAG" val="#wm#"/>
</p:tagLst>
</file>

<file path=ppt/tags/tag4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959_1*a*1"/>
  <p:tag name="KSO_WM_TEMPLATE_CATEGORY" val="custom"/>
  <p:tag name="KSO_WM_TEMPLATE_INDEX" val="40492959"/>
  <p:tag name="KSO_WM_UNIT_LAYERLEVEL" val="1"/>
  <p:tag name="KSO_WM_TAG_VERSION" val="3.0"/>
  <p:tag name="KSO_WM_BEAUTIFY_FLAG" val="#wm#"/>
  <p:tag name="KSO_WM_UNIT_VALUE" val="30"/>
  <p:tag name="KSO_WM_UNIT_PRESET_TEXT" val="单击此处添加标题"/>
  <p:tag name="KSO_WM_UNIT_TEXT_TYPE" val="1"/>
</p:tagLst>
</file>

<file path=ppt/tags/tag4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959_1*f*1"/>
  <p:tag name="KSO_WM_TEMPLATE_CATEGORY" val="custom"/>
  <p:tag name="KSO_WM_TEMPLATE_INDEX" val="40492959"/>
  <p:tag name="KSO_WM_UNIT_LAYERLEVEL" val="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TYPE" val="1"/>
</p:tagLst>
</file>

<file path=ppt/tags/tag47.xml><?xml version="1.0" encoding="utf-8"?>
<p:tagLst xmlns:p="http://schemas.openxmlformats.org/presentationml/2006/main">
  <p:tag name="KSO_WM_UNIT_TEXTBOXSTYLE_SHAPETYPE" val="1"/>
  <p:tag name="KSO_WM_UNIT_TEXTBOXSTYLE_ADJUSTLEFT" val="0_-20.85323"/>
  <p:tag name="KSO_WM_UNIT_TEXTBOXSTYLE_ADJUSTTOP" val="50_-7.969368"/>
  <p:tag name="KSO_WM_UNIT_HIGHLIGHT" val="0"/>
  <p:tag name="KSO_WM_UNIT_COMPATIBLE" val="0"/>
  <p:tag name="KSO_WM_UNIT_DIAGRAM_ISNUMVISUAL" val="0"/>
  <p:tag name="KSO_WM_UNIT_DIAGRAM_ISREFERUNIT" val="0"/>
  <p:tag name="KSO_WM_UNIT_TYPE" val="i"/>
  <p:tag name="KSO_WM_UNIT_INDEX" val="1"/>
  <p:tag name="KSO_WM_UNIT_ID" val="custom40492959_1*i*1"/>
  <p:tag name="KSO_WM_TEMPLATE_CATEGORY" val="custom"/>
  <p:tag name="KSO_WM_TEMPLATE_INDEX" val="40492959"/>
  <p:tag name="KSO_WM_UNIT_LAYERLEVEL" val="1"/>
  <p:tag name="KSO_WM_TAG_VERSION" val="3.0"/>
  <p:tag name="KSO_WM_BEAUTIFY_FLAG" val="#wm#"/>
  <p:tag name="KSO_WM_UNIT_TEXTBOXSTYLE_GUID" val="{3f032b62-ce3d-40ab-b433-38bedb4e0736}"/>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2959_1*i*3"/>
  <p:tag name="KSO_WM_TEMPLATE_CATEGORY" val="custom"/>
  <p:tag name="KSO_WM_TEMPLATE_INDEX" val="40492959"/>
  <p:tag name="KSO_WM_UNIT_LAYERLEVEL" val="1"/>
  <p:tag name="KSO_WM_TAG_VERSION" val="3.0"/>
  <p:tag name="KSO_WM_BEAUTIFY_FLAG" val="#wm#"/>
</p:tagLst>
</file>

<file path=ppt/tags/tag49.xml><?xml version="1.0" encoding="utf-8"?>
<p:tagLst xmlns:p="http://schemas.openxmlformats.org/presentationml/2006/main">
  <p:tag name="KSO_WM_UNIT_PICTURE_SUBTYPE" val="b"/>
  <p:tag name="KSO_WM_UNIT_VALUE" val="1037*1270"/>
  <p:tag name="KSO_WM_UNIT_HIGHLIGHT" val="0"/>
  <p:tag name="KSO_WM_UNIT_COMPATIBLE" val="0"/>
  <p:tag name="KSO_WM_UNIT_DIAGRAM_ISNUMVISUAL" val="0"/>
  <p:tag name="KSO_WM_UNIT_DIAGRAM_ISREFERUNIT" val="0"/>
  <p:tag name="KSO_WM_UNIT_TYPE" val="d"/>
  <p:tag name="KSO_WM_UNIT_INDEX" val="1"/>
  <p:tag name="KSO_WM_UNIT_ID" val="custom40492959_1*d*1"/>
  <p:tag name="KSO_WM_TEMPLATE_CATEGORY" val="custom"/>
  <p:tag name="KSO_WM_TEMPLATE_INDEX" val="40492959"/>
  <p:tag name="KSO_WM_UNIT_LAYERLEVEL" val="1"/>
  <p:tag name="KSO_WM_TAG_VERSION" val="3.0"/>
  <p:tag name="KSO_WM_BEAUTIFY_FLAG" val="#wm#"/>
</p:tagLst>
</file>

<file path=ppt/tags/tag50.xml><?xml version="1.0" encoding="utf-8"?>
<p:tagLst xmlns:p="http://schemas.openxmlformats.org/presentationml/2006/main">
  <p:tag name="KSO_WM_SLIDE_ID" val="custom4049295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959"/>
  <p:tag name="KSO_WM_SLIDE_TYPE" val="text"/>
  <p:tag name="KSO_WM_SLIDE_SUBTYPE" val="picTxt"/>
  <p:tag name="KSO_WM_SLIDE_SIZE" val="864*407"/>
  <p:tag name="KSO_WM_SLIDE_POSITION" val="48*47"/>
  <p:tag name="KSO_WM_SLIDE_LAYOUT" val="a_d_f"/>
  <p:tag name="KSO_WM_SLIDE_LAYOUT_CNT" val="1_1_1"/>
  <p:tag name="KSO_WM_SPECIAL_SOURCE" val="bdnull"/>
  <p:tag name="RESOURCE_RECORD_KEY" val="{&quot;19&quot;:[20348564,20348537],&quot;65&quot;:[3]}"/>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i"/>
  <p:tag name="KSO_WM_UNIT_INDEX" val="1_1"/>
  <p:tag name="KSO_WM_UNIT_ID" val="custom20234837_1*h_i*1_1"/>
  <p:tag name="KSO_WM_TEMPLATE_CATEGORY" val="custom"/>
  <p:tag name="KSO_WM_TEMPLATE_INDEX" val="20234837"/>
  <p:tag name="KSO_WM_UNIT_LAYERLEVEL" val="1_1"/>
  <p:tag name="KSO_WM_TAG_VERSION" val="3.0"/>
  <p:tag name="KSO_WM_BEAUTIFY_FLAG" val="#wm#"/>
</p:tagLst>
</file>

<file path=ppt/tags/tag5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837_1*a*1"/>
  <p:tag name="KSO_WM_TEMPLATE_CATEGORY" val="custom"/>
  <p:tag name="KSO_WM_TEMPLATE_INDEX" val="20234837"/>
  <p:tag name="KSO_WM_UNIT_LAYERLEVEL" val="1"/>
  <p:tag name="KSO_WM_TAG_VERSION" val="3.0"/>
  <p:tag name="KSO_WM_BEAUTIFY_FLAG" val="#wm#"/>
  <p:tag name="KSO_WM_UNIT_VALUE" val="26"/>
  <p:tag name="KSO_WM_UNIT_PRESET_TEXT" val="单击此处添加标题"/>
  <p:tag name="KSO_WM_UNIT_TEXT_TYPE" val="1"/>
</p:tagLst>
</file>

<file path=ppt/tags/tag5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f"/>
  <p:tag name="KSO_WM_UNIT_INDEX" val="1_1"/>
  <p:tag name="KSO_WM_UNIT_ID" val="custom20234837_1*h_f*1_1"/>
  <p:tag name="KSO_WM_TEMPLATE_CATEGORY" val="custom"/>
  <p:tag name="KSO_WM_TEMPLATE_INDEX" val="20234837"/>
  <p:tag name="KSO_WM_UNIT_LAYERLEVEL" val="1_1"/>
  <p:tag name="KSO_WM_TAG_VERSION" val="3.0"/>
  <p:tag name="KSO_WM_BEAUTIFY_FLAG" val="#wm#"/>
  <p:tag name="KSO_WM_UNIT_VALUE" val="341"/>
  <p:tag name="KSO_WM_UNIT_PRESET_TEXT" val="单击此处输入你的项正文，文字是您思想的提炼，请尽量言简意赅的阐述观点，单击此处输入你的项正文，请尽量言简意赅的阐述观点。单击此处输入你的项正文，文字是您思想的提炼，请尽量言简意赅的阐述观点，单击此处输入你的项正文，请尽量言简意赅的阐述观点。单击此处输入你的项正文，文字是您思想的提炼，请尽量言简意赅的阐述观点，单击此处输入你的项正文，请尽量言简意赅的阐述观点。文字是您思想的提炼，请尽量言简意赅的阐述观点，单击此处输入你的项正文，请尽量言简意赅的阐述观点。&#10;"/>
  <p:tag name="KSO_WM_UNIT_TEXT_TYPE" val="1"/>
  <p:tag name="KSO_WM_UNIT_TEXT_LAYER_COUNT" val="1"/>
</p:tagLst>
</file>

<file path=ppt/tags/tag5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h_a"/>
  <p:tag name="KSO_WM_UNIT_INDEX" val="1_1"/>
  <p:tag name="KSO_WM_UNIT_ID" val="custom20234837_1*h_a*1_1"/>
  <p:tag name="KSO_WM_TEMPLATE_CATEGORY" val="custom"/>
  <p:tag name="KSO_WM_TEMPLATE_INDEX" val="20234837"/>
  <p:tag name="KSO_WM_UNIT_LAYERLEVEL" val="1_1"/>
  <p:tag name="KSO_WM_TAG_VERSION" val="3.0"/>
  <p:tag name="KSO_WM_BEAUTIFY_FLAG" val="#wm#"/>
  <p:tag name="KSO_WM_UNIT_VALUE" val="25"/>
  <p:tag name="KSO_WM_UNIT_PRESET_TEXT" val="单击此处添加项标题"/>
  <p:tag name="KSO_WM_UNIT_TEXT_TYPE" val="1"/>
</p:tagLst>
</file>

<file path=ppt/tags/tag55.xml><?xml version="1.0" encoding="utf-8"?>
<p:tagLst xmlns:p="http://schemas.openxmlformats.org/presentationml/2006/main">
  <p:tag name="KSO_WM_UNIT_VALUE" val="879*905"/>
  <p:tag name="KSO_WM_UNIT_HIGHLIGHT" val="0"/>
  <p:tag name="KSO_WM_UNIT_COMPATIBLE" val="0"/>
  <p:tag name="KSO_WM_UNIT_DIAGRAM_ISNUMVISUAL" val="0"/>
  <p:tag name="KSO_WM_UNIT_DIAGRAM_ISREFERUNIT" val="0"/>
  <p:tag name="KSO_WM_UNIT_TYPE" val="d"/>
  <p:tag name="KSO_WM_UNIT_INDEX" val="1"/>
  <p:tag name="KSO_WM_UNIT_ID" val="custom20234837_1*d*1"/>
  <p:tag name="KSO_WM_TEMPLATE_CATEGORY" val="custom"/>
  <p:tag name="KSO_WM_TEMPLATE_INDEX" val="20234837"/>
  <p:tag name="KSO_WM_UNIT_LAYERLEVEL" val="1"/>
  <p:tag name="KSO_WM_TAG_VERSION" val="3.0"/>
  <p:tag name="KSO_WM_BEAUTIFY_FLAG" val="#wm#"/>
  <p:tag name="KSO_WM_UNIT_PICTURE_SUBTYPE" val="b"/>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837_1*i*4"/>
  <p:tag name="KSO_WM_TEMPLATE_CATEGORY" val="custom"/>
  <p:tag name="KSO_WM_TEMPLATE_INDEX" val="20234837"/>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837_1*i*5"/>
  <p:tag name="KSO_WM_TEMPLATE_CATEGORY" val="custom"/>
  <p:tag name="KSO_WM_TEMPLATE_INDEX" val="20234837"/>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837_1*i*6"/>
  <p:tag name="KSO_WM_TEMPLATE_CATEGORY" val="custom"/>
  <p:tag name="KSO_WM_TEMPLATE_INDEX" val="20234837"/>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837_1*i*7"/>
  <p:tag name="KSO_WM_TEMPLATE_CATEGORY" val="custom"/>
  <p:tag name="KSO_WM_TEMPLATE_INDEX" val="20234837"/>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837_1*i*8"/>
  <p:tag name="KSO_WM_TEMPLATE_CATEGORY" val="custom"/>
  <p:tag name="KSO_WM_TEMPLATE_INDEX" val="20234837"/>
  <p:tag name="KSO_WM_UNIT_LAYERLEVEL" val="1"/>
  <p:tag name="KSO_WM_TAG_VERSION" val="3.0"/>
  <p:tag name="KSO_WM_BEAUTIFY_FLAG" val="#wm#"/>
</p:tagLst>
</file>

<file path=ppt/tags/tag61.xml><?xml version="1.0" encoding="utf-8"?>
<p:tagLst xmlns:p="http://schemas.openxmlformats.org/presentationml/2006/main">
  <p:tag name="KSO_WM_SLIDE_ID" val="custom20234837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540.15*329.65"/>
  <p:tag name="KSO_WM_SLIDE_POSITION" val="357.55*168.4"/>
  <p:tag name="KSO_WM_TAG_VERSION" val="3.0"/>
  <p:tag name="KSO_WM_BEAUTIFY_FLAG" val="#wm#"/>
  <p:tag name="KSO_WM_TEMPLATE_CATEGORY" val="custom"/>
  <p:tag name="KSO_WM_TEMPLATE_INDEX" val="20234837"/>
  <p:tag name="KSO_WM_SLIDE_LAYOUT" val="a_d_h"/>
  <p:tag name="KSO_WM_SLIDE_LAYOUT_CNT" val="1_1_1"/>
</p:tagLst>
</file>

<file path=ppt/tags/tag62.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4983_1*a*1"/>
  <p:tag name="KSO_WM_TEMPLATE_CATEGORY" val="custom"/>
  <p:tag name="KSO_WM_TEMPLATE_INDEX" val="20234983"/>
  <p:tag name="KSO_WM_UNIT_LAYERLEVEL" val="1"/>
  <p:tag name="KSO_WM_TAG_VERSION" val="3.0"/>
  <p:tag name="KSO_WM_BEAUTIFY_FLAG" val="#wm#"/>
  <p:tag name="KSO_WM_UNIT_PRESET_TEXT" val="单击此处添加标题"/>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83_1*i*1"/>
  <p:tag name="KSO_WM_TEMPLATE_CATEGORY" val="custom"/>
  <p:tag name="KSO_WM_TEMPLATE_INDEX" val="20234983"/>
  <p:tag name="KSO_WM_UNIT_LAYERLEVEL" val="1"/>
  <p:tag name="KSO_WM_TAG_VERSION" val="3.0"/>
  <p:tag name="KSO_WM_BEAUTIFY_FLAG" val="#wm#"/>
</p:tagLst>
</file>

<file path=ppt/tags/tag64.xml><?xml version="1.0" encoding="utf-8"?>
<p:tagLst xmlns:p="http://schemas.openxmlformats.org/presentationml/2006/main">
  <p:tag name="KSO_WM_UNIT_SUBTYPE" val="a"/>
  <p:tag name="KSO_WM_UNIT_NOCLEAR" val="0"/>
  <p:tag name="KSO_WM_UNIT_VALUE" val="264"/>
  <p:tag name="KSO_WM_UNIT_HIGHLIGHT" val="0"/>
  <p:tag name="KSO_WM_UNIT_COMPATIBLE" val="0"/>
  <p:tag name="KSO_WM_UNIT_DIAGRAM_ISNUMVISUAL" val="0"/>
  <p:tag name="KSO_WM_UNIT_DIAGRAM_ISREFERUNIT" val="0"/>
  <p:tag name="KSO_WM_UNIT_TYPE" val="f"/>
  <p:tag name="KSO_WM_UNIT_INDEX" val="1"/>
  <p:tag name="KSO_WM_UNIT_ID" val="custom20234983_1*f*1"/>
  <p:tag name="KSO_WM_TEMPLATE_CATEGORY" val="custom"/>
  <p:tag name="KSO_WM_TEMPLATE_INDEX" val="20234983"/>
  <p:tag name="KSO_WM_UNIT_LAYERLEVEL" val="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10;根据需要可酌情增减文字，以便观者准确地理解您传达的思想。单击此处添加文本具体内容，简明扼要地阐述您的观点。根据需要可酌情增减文字，简明扼要地阐述您的观点。根据需要可酌情增减文字,单击此处添加文本具体内容，简明扼要地阐述您的观点"/>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83_1*i*2"/>
  <p:tag name="KSO_WM_TEMPLATE_CATEGORY" val="custom"/>
  <p:tag name="KSO_WM_TEMPLATE_INDEX" val="20234983"/>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83_1*i*3"/>
  <p:tag name="KSO_WM_TEMPLATE_CATEGORY" val="custom"/>
  <p:tag name="KSO_WM_TEMPLATE_INDEX" val="20234983"/>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83_1*i*4"/>
  <p:tag name="KSO_WM_TEMPLATE_CATEGORY" val="custom"/>
  <p:tag name="KSO_WM_TEMPLATE_INDEX" val="20234983"/>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83_1*i*5"/>
  <p:tag name="KSO_WM_TEMPLATE_CATEGORY" val="custom"/>
  <p:tag name="KSO_WM_TEMPLATE_INDEX" val="20234983"/>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83_1*i*6"/>
  <p:tag name="KSO_WM_TEMPLATE_CATEGORY" val="custom"/>
  <p:tag name="KSO_WM_TEMPLATE_INDEX" val="20234983"/>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83_1*i*7"/>
  <p:tag name="KSO_WM_TEMPLATE_CATEGORY" val="custom"/>
  <p:tag name="KSO_WM_TEMPLATE_INDEX" val="20234983"/>
  <p:tag name="KSO_WM_UNIT_LAYERLEVEL" val="1"/>
  <p:tag name="KSO_WM_TAG_VERSION" val="3.0"/>
  <p:tag name="KSO_WM_BEAUTIFY_FLAG" val="#wm#"/>
</p:tagLst>
</file>

<file path=ppt/tags/tag71.xml><?xml version="1.0" encoding="utf-8"?>
<p:tagLst xmlns:p="http://schemas.openxmlformats.org/presentationml/2006/main">
  <p:tag name="KSO_WM_SLIDE_ID" val="custom2023498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50*475"/>
  <p:tag name="KSO_WM_SLIDE_POSITION" val="54*28"/>
  <p:tag name="KSO_WM_TAG_VERSION" val="3.0"/>
  <p:tag name="KSO_WM_BEAUTIFY_FLAG" val="#wm#"/>
  <p:tag name="KSO_WM_TEMPLATE_CATEGORY" val="custom"/>
  <p:tag name="KSO_WM_TEMPLATE_INDEX" val="20234983"/>
  <p:tag name="KSO_WM_SLIDE_LAYOUT" val="a_f_α"/>
  <p:tag name="KSO_WM_SLIDE_LAYOUT_CNT" val="1_1_1"/>
</p:tagLst>
</file>

<file path=ppt/tags/tag72.xml><?xml version="1.0" encoding="utf-8"?>
<p:tagLst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31170_1*a*1"/>
  <p:tag name="KSO_WM_TEMPLATE_CATEGORY" val="custom"/>
  <p:tag name="KSO_WM_TEMPLATE_INDEX" val="20231170"/>
  <p:tag name="KSO_WM_UNIT_LAYERLEVEL" val="1"/>
  <p:tag name="KSO_WM_TAG_VERSION" val="3.0"/>
  <p:tag name="KSO_WM_BEAUTIFY_FLAG" val="#wm#"/>
  <p:tag name="KSO_WM_UNIT_TEXT_TYPE" val="1"/>
  <p:tag name="KSO_WM_UNIT_PRESET_TEXT" val="单击此处添加标题"/>
</p:tagLst>
</file>

<file path=ppt/tags/tag7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c_a"/>
  <p:tag name="KSO_WM_UNIT_INDEX" val="1_1"/>
  <p:tag name="KSO_WM_UNIT_ID" val="custom20231170_1*c_a*1_1"/>
  <p:tag name="KSO_WM_TEMPLATE_CATEGORY" val="custom"/>
  <p:tag name="KSO_WM_TEMPLATE_INDEX" val="20231170"/>
  <p:tag name="KSO_WM_UNIT_LAYERLEVEL" val="1_1"/>
  <p:tag name="KSO_WM_TAG_VERSION" val="3.0"/>
  <p:tag name="KSO_WM_BEAUTIFY_FLAG" val="#wm#"/>
  <p:tag name="KSO_WM_UNIT_TEXT_TYPE" val="1"/>
  <p:tag name="KSO_WM_UNIT_PRESET_TEXT" val="单击此处添加标题内容"/>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1170_1*i*1"/>
  <p:tag name="KSO_WM_TEMPLATE_CATEGORY" val="custom"/>
  <p:tag name="KSO_WM_TEMPLATE_INDEX" val="20231170"/>
  <p:tag name="KSO_WM_UNIT_LAYERLEVEL" val="1"/>
  <p:tag name="KSO_WM_TAG_VERSION" val="3.0"/>
  <p:tag name="KSO_WM_BEAUTIFY_FLAG" val="#wm#"/>
</p:tagLst>
</file>

<file path=ppt/tags/tag75.xml><?xml version="1.0" encoding="utf-8"?>
<p:tagLst xmlns:p="http://schemas.openxmlformats.org/presentationml/2006/main">
  <p:tag name="KSO_WM_UNIT_VALUE" val="1207*1043"/>
  <p:tag name="KSO_WM_UNIT_HIGHLIGHT" val="0"/>
  <p:tag name="KSO_WM_UNIT_COMPATIBLE" val="0"/>
  <p:tag name="KSO_WM_UNIT_DIAGRAM_ISNUMVISUAL" val="0"/>
  <p:tag name="KSO_WM_UNIT_DIAGRAM_ISREFERUNIT" val="0"/>
  <p:tag name="KSO_WM_UNIT_TYPE" val="d"/>
  <p:tag name="KSO_WM_UNIT_INDEX" val="1"/>
  <p:tag name="KSO_WM_UNIT_ID" val="custom20231170_1*d*1"/>
  <p:tag name="KSO_WM_TEMPLATE_CATEGORY" val="custom"/>
  <p:tag name="KSO_WM_TEMPLATE_INDEX" val="20231170"/>
  <p:tag name="KSO_WM_UNIT_LAYERLEVEL" val="1"/>
  <p:tag name="KSO_WM_TAG_VERSION" val="3.0"/>
  <p:tag name="KSO_WM_BEAUTIFY_FLAG" val="#wm#"/>
  <p:tag name="KSO_WM_UNIT_PICTURE_SUBTYPE" val="b"/>
</p:tagLst>
</file>

<file path=ppt/tags/tag76.xml><?xml version="1.0" encoding="utf-8"?>
<p:tagLst xmlns:p="http://schemas.openxmlformats.org/presentationml/2006/main">
  <p:tag name="KSO_WM_BEAUTIFY_FLAG" val="#wm#"/>
  <p:tag name="KSO_WM_TEMPLATE_CATEGORY" val="custom"/>
  <p:tag name="KSO_WM_TEMPLATE_INDEX" val="20231170"/>
  <p:tag name="KSO_WM_SLIDE_ID" val="custom2023117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413.9*68.2"/>
  <p:tag name="KSO_WM_SLIDE_POSITION" val="79.65*184.8"/>
  <p:tag name="KSO_WM_TAG_VERSION" val="3.0"/>
  <p:tag name="KSO_WM_SLIDE_LAYOUT" val="a_d_α_c"/>
  <p:tag name="KSO_WM_SLIDE_LAYOUT_CNT" val="1_1_1_1"/>
</p:tagLst>
</file>

<file path=ppt/tags/tag77.xml><?xml version="1.0" encoding="utf-8"?>
<p:tagLst xmlns:p="http://schemas.openxmlformats.org/presentationml/2006/main">
  <p:tag name="TABLE_ENDDRAG_ORIGIN_RECT" val="770*179"/>
  <p:tag name="TABLE_ENDDRAG_RECT" val="67*223*770*179"/>
</p:tagLst>
</file>

<file path=ppt/tags/tag7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c_a"/>
  <p:tag name="KSO_WM_UNIT_INDEX" val="1_1"/>
  <p:tag name="KSO_WM_UNIT_ID" val="custom20231170_1*c_a*1_1"/>
  <p:tag name="KSO_WM_TEMPLATE_CATEGORY" val="custom"/>
  <p:tag name="KSO_WM_TEMPLATE_INDEX" val="20231170"/>
  <p:tag name="KSO_WM_UNIT_LAYERLEVEL" val="1_1"/>
  <p:tag name="KSO_WM_TAG_VERSION" val="3.0"/>
  <p:tag name="KSO_WM_BEAUTIFY_FLAG" val="#wm#"/>
  <p:tag name="KSO_WM_UNIT_TEXT_TYPE" val="1"/>
  <p:tag name="KSO_WM_UNIT_PRESET_TEXT" val="单击此处添加标题内容"/>
</p:tagLst>
</file>

<file path=ppt/tags/tag79.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ncg3nh5f">
      <a:majorFont>
        <a:latin typeface="Microsoft YaHei"/>
        <a:ea typeface="Microsoft YaHei"/>
        <a:cs typeface=""/>
      </a:majorFont>
      <a:minorFont>
        <a:latin typeface="Microsoft YaHe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1795</Words>
  <Application>WPS 演示</Application>
  <PresentationFormat>宽屏</PresentationFormat>
  <Paragraphs>279</Paragraphs>
  <Slides>23</Slides>
  <Notes>26</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23</vt:i4>
      </vt:variant>
    </vt:vector>
  </HeadingPairs>
  <TitlesOfParts>
    <vt:vector size="37" baseType="lpstr">
      <vt:lpstr>Arial</vt:lpstr>
      <vt:lpstr>宋体</vt:lpstr>
      <vt:lpstr>Wingdings</vt:lpstr>
      <vt:lpstr>微软雅黑</vt:lpstr>
      <vt:lpstr>Segoe UI</vt:lpstr>
      <vt:lpstr>Arial Unicode MS</vt:lpstr>
      <vt:lpstr>等线</vt:lpstr>
      <vt:lpstr>思源黑体 CN Normal</vt:lpstr>
      <vt:lpstr>MiSans Normal</vt:lpstr>
      <vt:lpstr>黑体</vt:lpstr>
      <vt:lpstr>汉仪雅酷黑简</vt:lpstr>
      <vt:lpstr>Wingdings</vt:lpstr>
      <vt:lpstr>Office 主题​​</vt:lpstr>
      <vt:lpstr>1_OfficePLUS</vt:lpstr>
      <vt:lpstr>PowerPoint 演示文稿</vt:lpstr>
      <vt:lpstr>  目录</vt:lpstr>
      <vt:lpstr>PowerPoint 演示文稿</vt:lpstr>
      <vt:lpstr>项目简述</vt:lpstr>
      <vt:lpstr>PowerPoint 演示文稿</vt:lpstr>
      <vt:lpstr>立项背景</vt:lpstr>
      <vt:lpstr>立项背景</vt:lpstr>
      <vt:lpstr>立项背景</vt:lpstr>
      <vt:lpstr>PowerPoint 演示文稿</vt:lpstr>
      <vt:lpstr>项目目标及重点</vt:lpstr>
      <vt:lpstr>项目目标及重点</vt:lpstr>
      <vt:lpstr>项目目标及重点</vt:lpstr>
      <vt:lpstr>项目目标及重点</vt:lpstr>
      <vt:lpstr>PowerPoint 演示文稿</vt:lpstr>
      <vt:lpstr>计划流程及创新</vt:lpstr>
      <vt:lpstr>计划流程</vt:lpstr>
      <vt:lpstr>PowerPoint 演示文稿</vt:lpstr>
      <vt:lpstr>现有进程</vt:lpstr>
      <vt:lpstr>现有进程</vt:lpstr>
      <vt:lpstr>现有进程</vt:lpstr>
      <vt:lpstr>现有进程</vt:lpstr>
      <vt:lpstr>现有进程</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叶 丁</dc:creator>
  <cp:lastModifiedBy>王长明</cp:lastModifiedBy>
  <cp:revision>3014</cp:revision>
  <dcterms:created xsi:type="dcterms:W3CDTF">2018-12-16T05:38:00Z</dcterms:created>
  <dcterms:modified xsi:type="dcterms:W3CDTF">2025-11-06T10:14:40Z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2019-04-13T06:32:31.4153976Z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d5228a63-67d4-4fd6-959f-d3cab9a76c24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17C7F67F97D846029349FA21A35D52D4_13</vt:lpwstr>
  </property>
  <property fmtid="{D5CDD505-2E9C-101B-9397-08002B2CF9AE}" pid="12" name="KSOProductBuildVer">
    <vt:lpwstr>2052-12.1.0.23542</vt:lpwstr>
  </property>
</Properties>
</file>