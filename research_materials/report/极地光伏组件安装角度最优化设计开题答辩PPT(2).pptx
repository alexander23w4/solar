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5"/>
  </p:notesMasterIdLst>
  <p:sldIdLst>
    <p:sldId id="672" r:id="rId4"/>
    <p:sldId id="696" r:id="rId6"/>
    <p:sldId id="699" r:id="rId7"/>
    <p:sldId id="707" r:id="rId8"/>
    <p:sldId id="682" r:id="rId9"/>
    <p:sldId id="711" r:id="rId10"/>
    <p:sldId id="712" r:id="rId11"/>
    <p:sldId id="760" r:id="rId12"/>
    <p:sldId id="761" r:id="rId13"/>
    <p:sldId id="764" r:id="rId14"/>
    <p:sldId id="767" r:id="rId15"/>
    <p:sldId id="763" r:id="rId16"/>
    <p:sldId id="762" r:id="rId17"/>
    <p:sldId id="765" r:id="rId18"/>
    <p:sldId id="766" r:id="rId19"/>
    <p:sldId id="768" r:id="rId20"/>
    <p:sldId id="752" r:id="rId21"/>
    <p:sldId id="753" r:id="rId22"/>
    <p:sldId id="749" r:id="rId23"/>
    <p:sldId id="735" r:id="rId24"/>
    <p:sldId id="737" r:id="rId25"/>
    <p:sldId id="716" r:id="rId26"/>
    <p:sldId id="748" r:id="rId27"/>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43CF2C3-3950-4E40-A02F-66DCCF188A6B}">
          <p14:sldIdLst>
            <p14:sldId id="672"/>
            <p14:sldId id="696"/>
            <p14:sldId id="699"/>
            <p14:sldId id="707"/>
            <p14:sldId id="682"/>
            <p14:sldId id="711"/>
            <p14:sldId id="712"/>
            <p14:sldId id="760"/>
            <p14:sldId id="761"/>
            <p14:sldId id="764"/>
            <p14:sldId id="767"/>
            <p14:sldId id="763"/>
            <p14:sldId id="762"/>
            <p14:sldId id="765"/>
            <p14:sldId id="766"/>
            <p14:sldId id="768"/>
            <p14:sldId id="752"/>
            <p14:sldId id="753"/>
            <p14:sldId id="749"/>
            <p14:sldId id="735"/>
            <p14:sldId id="737"/>
            <p14:sldId id="716"/>
            <p14:sldId id="748"/>
          </p14:sldIdLst>
        </p14:section>
        <p14:section name="附录-素材" id="{3050140B-5B37-47BE-8423-F6A0577ED44C}">
          <p14:sldIdLst/>
        </p14:section>
        <p14:section name="使用规范" id="{47918508-6F2A-4DC8-ACB3-0B9712E4E205}">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ya Su" initials="J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FDFCFB"/>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84" autoAdjust="0"/>
    <p:restoredTop sz="93973" autoAdjust="0"/>
  </p:normalViewPr>
  <p:slideViewPr>
    <p:cSldViewPr snapToGrid="0">
      <p:cViewPr>
        <p:scale>
          <a:sx n="125" d="100"/>
          <a:sy n="125" d="100"/>
        </p:scale>
        <p:origin x="-220" y="60"/>
      </p:cViewPr>
      <p:guideLst/>
    </p:cSldViewPr>
  </p:slideViewPr>
  <p:notesTextViewPr>
    <p:cViewPr>
      <p:scale>
        <a:sx n="1" d="1"/>
        <a:sy n="1" d="1"/>
      </p:scale>
      <p:origin x="0" y="0"/>
    </p:cViewPr>
  </p:notesTextViewPr>
  <p:sorterViewPr>
    <p:cViewPr>
      <p:scale>
        <a:sx n="125" d="100"/>
        <a:sy n="125" d="100"/>
      </p:scale>
      <p:origin x="0" y="-3985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gs" Target="tags/tag77.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F51752-2BA6-4267-BD9C-0255A6E7A7A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02A4A-2F78-42A2-8BB5-4E355942CA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AD02A4A-2F78-42A2-8BB5-4E355942CA2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AD02A4A-2F78-42A2-8BB5-4E355942CA2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1" name="图片 10" descr="图片包含 树, 户外, 建筑物, 道路&#10;&#10;自动生成的说明"/>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7878" r="35125" b="7878"/>
          <a:stretch>
            <a:fillRect/>
          </a:stretch>
        </p:blipFill>
        <p:spPr>
          <a:xfrm>
            <a:off x="4282440" y="0"/>
            <a:ext cx="7909560" cy="6858000"/>
          </a:xfrm>
          <a:prstGeom prst="rect">
            <a:avLst/>
          </a:prstGeom>
        </p:spPr>
      </p:pic>
      <p:sp>
        <p:nvSpPr>
          <p:cNvPr id="12" name="矩形 11"/>
          <p:cNvSpPr/>
          <p:nvPr userDrawn="1"/>
        </p:nvSpPr>
        <p:spPr>
          <a:xfrm>
            <a:off x="0" y="0"/>
            <a:ext cx="12192000" cy="6858000"/>
          </a:xfrm>
          <a:prstGeom prst="rect">
            <a:avLst/>
          </a:prstGeom>
          <a:gradFill flip="none" rotWithShape="1">
            <a:gsLst>
              <a:gs pos="32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 name="组合 13"/>
          <p:cNvGrpSpPr/>
          <p:nvPr userDrawn="1"/>
        </p:nvGrpSpPr>
        <p:grpSpPr>
          <a:xfrm>
            <a:off x="10402823" y="853956"/>
            <a:ext cx="1875342" cy="6834393"/>
            <a:chOff x="10402823" y="853956"/>
            <a:chExt cx="1875342" cy="6834393"/>
          </a:xfrm>
        </p:grpSpPr>
        <p:sp>
          <p:nvSpPr>
            <p:cNvPr id="15" name="任意多边形: 形状 14"/>
            <p:cNvSpPr/>
            <p:nvPr userDrawn="1"/>
          </p:nvSpPr>
          <p:spPr>
            <a:xfrm rot="17975649">
              <a:off x="7764318" y="3492461"/>
              <a:ext cx="6834393" cy="1557383"/>
            </a:xfrm>
            <a:custGeom>
              <a:avLst/>
              <a:gdLst>
                <a:gd name="connsiteX0" fmla="*/ 4887162 w 6834393"/>
                <a:gd name="connsiteY0" fmla="*/ 1105918 h 1557383"/>
                <a:gd name="connsiteX1" fmla="*/ 4092251 w 6834393"/>
                <a:gd name="connsiteY1" fmla="*/ 1557383 h 1557383"/>
                <a:gd name="connsiteX2" fmla="*/ 884506 w 6834393"/>
                <a:gd name="connsiteY2" fmla="*/ 1557383 h 1557383"/>
                <a:gd name="connsiteX3" fmla="*/ 628100 w 6834393"/>
                <a:gd name="connsiteY3" fmla="*/ 1105918 h 1557383"/>
                <a:gd name="connsiteX4" fmla="*/ 6834393 w 6834393"/>
                <a:gd name="connsiteY4" fmla="*/ 0 h 1557383"/>
                <a:gd name="connsiteX5" fmla="*/ 6039483 w 6834393"/>
                <a:gd name="connsiteY5" fmla="*/ 451465 h 1557383"/>
                <a:gd name="connsiteX6" fmla="*/ 256407 w 6834393"/>
                <a:gd name="connsiteY6" fmla="*/ 451465 h 1557383"/>
                <a:gd name="connsiteX7" fmla="*/ 0 w 6834393"/>
                <a:gd name="connsiteY7" fmla="*/ 0 h 1557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4393" h="1557383">
                  <a:moveTo>
                    <a:pt x="4887162" y="1105918"/>
                  </a:moveTo>
                  <a:lnTo>
                    <a:pt x="4092251" y="1557383"/>
                  </a:lnTo>
                  <a:lnTo>
                    <a:pt x="884506" y="1557383"/>
                  </a:lnTo>
                  <a:lnTo>
                    <a:pt x="628100" y="1105918"/>
                  </a:lnTo>
                  <a:close/>
                  <a:moveTo>
                    <a:pt x="6834393" y="0"/>
                  </a:moveTo>
                  <a:lnTo>
                    <a:pt x="6039483" y="451465"/>
                  </a:lnTo>
                  <a:lnTo>
                    <a:pt x="256407" y="45146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6" name="任意多边形: 形状 15"/>
            <p:cNvSpPr/>
            <p:nvPr userDrawn="1"/>
          </p:nvSpPr>
          <p:spPr>
            <a:xfrm rot="17975649">
              <a:off x="8726108" y="4052302"/>
              <a:ext cx="5546729" cy="1557384"/>
            </a:xfrm>
            <a:custGeom>
              <a:avLst/>
              <a:gdLst>
                <a:gd name="connsiteX0" fmla="*/ 3599499 w 5546729"/>
                <a:gd name="connsiteY0" fmla="*/ 1105919 h 1557384"/>
                <a:gd name="connsiteX1" fmla="*/ 2804588 w 5546729"/>
                <a:gd name="connsiteY1" fmla="*/ 1557384 h 1557384"/>
                <a:gd name="connsiteX2" fmla="*/ 884507 w 5546729"/>
                <a:gd name="connsiteY2" fmla="*/ 1557383 h 1557384"/>
                <a:gd name="connsiteX3" fmla="*/ 628100 w 5546729"/>
                <a:gd name="connsiteY3" fmla="*/ 1105919 h 1557384"/>
                <a:gd name="connsiteX4" fmla="*/ 5546729 w 5546729"/>
                <a:gd name="connsiteY4" fmla="*/ 1 h 1557384"/>
                <a:gd name="connsiteX5" fmla="*/ 4751818 w 5546729"/>
                <a:gd name="connsiteY5" fmla="*/ 451466 h 1557384"/>
                <a:gd name="connsiteX6" fmla="*/ 256407 w 5546729"/>
                <a:gd name="connsiteY6" fmla="*/ 451465 h 1557384"/>
                <a:gd name="connsiteX7" fmla="*/ 0 w 5546729"/>
                <a:gd name="connsiteY7" fmla="*/ 0 h 155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6729" h="1557384">
                  <a:moveTo>
                    <a:pt x="3599499" y="1105919"/>
                  </a:moveTo>
                  <a:lnTo>
                    <a:pt x="2804588" y="1557384"/>
                  </a:lnTo>
                  <a:lnTo>
                    <a:pt x="884507" y="1557383"/>
                  </a:lnTo>
                  <a:lnTo>
                    <a:pt x="628100" y="1105919"/>
                  </a:lnTo>
                  <a:close/>
                  <a:moveTo>
                    <a:pt x="5546729" y="1"/>
                  </a:moveTo>
                  <a:lnTo>
                    <a:pt x="4751818" y="451466"/>
                  </a:lnTo>
                  <a:lnTo>
                    <a:pt x="256407" y="45146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pic>
        <p:nvPicPr>
          <p:cNvPr id="17" name="图片 16" descr="图片包含 树, 户外, 建筑物, 道路&#10;&#10;自动生成的说明"/>
          <p:cNvPicPr>
            <a:picLocks noChangeAspect="1"/>
          </p:cNvPicPr>
          <p:nvPr userDrawn="1"/>
        </p:nvPicPr>
        <p:blipFill rotWithShape="1">
          <a:blip r:embed="rId2">
            <a:extLst>
              <a:ext uri="{28A0092B-C50C-407E-A947-70E740481C1C}">
                <a14:useLocalDpi xmlns:a14="http://schemas.microsoft.com/office/drawing/2010/main" val="0"/>
              </a:ext>
            </a:extLst>
          </a:blip>
          <a:srcRect l="7353" t="7878" r="35125" b="7878"/>
          <a:stretch>
            <a:fillRect/>
          </a:stretch>
        </p:blipFill>
        <p:spPr>
          <a:xfrm>
            <a:off x="5178924" y="0"/>
            <a:ext cx="7013076" cy="6858000"/>
          </a:xfrm>
          <a:custGeom>
            <a:avLst/>
            <a:gdLst>
              <a:gd name="connsiteX0" fmla="*/ 3877363 w 7013076"/>
              <a:gd name="connsiteY0" fmla="*/ 0 h 6858000"/>
              <a:gd name="connsiteX1" fmla="*/ 7013076 w 7013076"/>
              <a:gd name="connsiteY1" fmla="*/ 0 h 6858000"/>
              <a:gd name="connsiteX2" fmla="*/ 7013076 w 7013076"/>
              <a:gd name="connsiteY2" fmla="*/ 692654 h 6858000"/>
              <a:gd name="connsiteX3" fmla="*/ 3527325 w 7013076"/>
              <a:gd name="connsiteY3" fmla="*/ 6858000 h 6858000"/>
              <a:gd name="connsiteX4" fmla="*/ 0 w 70130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076" h="6858000">
                <a:moveTo>
                  <a:pt x="3877363" y="0"/>
                </a:moveTo>
                <a:lnTo>
                  <a:pt x="7013076" y="0"/>
                </a:lnTo>
                <a:lnTo>
                  <a:pt x="7013076" y="692654"/>
                </a:lnTo>
                <a:lnTo>
                  <a:pt x="3527325" y="6858000"/>
                </a:lnTo>
                <a:lnTo>
                  <a:pt x="0" y="6858000"/>
                </a:lnTo>
                <a:close/>
              </a:path>
            </a:pathLst>
          </a:custGeom>
        </p:spPr>
      </p:pic>
      <p:cxnSp>
        <p:nvCxnSpPr>
          <p:cNvPr id="22" name="直接连接符 21"/>
          <p:cNvCxnSpPr/>
          <p:nvPr userDrawn="1"/>
        </p:nvCxnSpPr>
        <p:spPr>
          <a:xfrm>
            <a:off x="667503" y="4839800"/>
            <a:ext cx="493268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
        <p:nvSpPr>
          <p:cNvPr id="26" name="文本占位符 25"/>
          <p:cNvSpPr>
            <a:spLocks noGrp="1"/>
          </p:cNvSpPr>
          <p:nvPr>
            <p:ph type="body" sz="quarter" idx="10" hasCustomPrompt="1"/>
          </p:nvPr>
        </p:nvSpPr>
        <p:spPr>
          <a:xfrm>
            <a:off x="667503" y="2749690"/>
            <a:ext cx="5798382" cy="878840"/>
          </a:xfrm>
          <a:prstGeom prst="rect">
            <a:avLst/>
          </a:prstGeom>
        </p:spPr>
        <p:txBody>
          <a:bodyPr lIns="0">
            <a:noAutofit/>
          </a:bodyPr>
          <a:lstStyle>
            <a:lvl1pPr marL="0" indent="0">
              <a:lnSpc>
                <a:spcPct val="100000"/>
              </a:lnSpc>
              <a:buNone/>
              <a:defRPr sz="5400" b="1" spc="100" baseline="0">
                <a:solidFill>
                  <a:schemeClr val="accent1"/>
                </a:solidFill>
                <a:latin typeface="+mj-ea"/>
                <a:ea typeface="+mj-ea"/>
              </a:defRPr>
            </a:lvl1pPr>
          </a:lstStyle>
          <a:p>
            <a:pPr lvl="0"/>
            <a:r>
              <a:rPr lang="zh-CN" altLang="en-US" dirty="0"/>
              <a:t>请输入你的大标题</a:t>
            </a:r>
            <a:endParaRPr lang="en-US" altLang="zh-CN" dirty="0"/>
          </a:p>
        </p:txBody>
      </p:sp>
      <p:sp>
        <p:nvSpPr>
          <p:cNvPr id="27" name="文本占位符 25"/>
          <p:cNvSpPr>
            <a:spLocks noGrp="1"/>
          </p:cNvSpPr>
          <p:nvPr>
            <p:ph type="body" sz="quarter" idx="11" hasCustomPrompt="1"/>
          </p:nvPr>
        </p:nvSpPr>
        <p:spPr>
          <a:xfrm>
            <a:off x="667503" y="1869834"/>
            <a:ext cx="5798382" cy="878840"/>
          </a:xfrm>
          <a:prstGeom prst="rect">
            <a:avLst/>
          </a:prstGeom>
        </p:spPr>
        <p:txBody>
          <a:bodyPr lIns="0">
            <a:noAutofit/>
          </a:bodyPr>
          <a:lstStyle>
            <a:lvl1pPr marL="0" indent="0">
              <a:lnSpc>
                <a:spcPct val="100000"/>
              </a:lnSpc>
              <a:buNone/>
              <a:defRPr sz="5400" b="0" spc="100" baseline="0">
                <a:latin typeface="+mj-ea"/>
                <a:ea typeface="+mj-ea"/>
              </a:defRPr>
            </a:lvl1pPr>
          </a:lstStyle>
          <a:p>
            <a:pPr lvl="0"/>
            <a:r>
              <a:rPr lang="zh-CN" altLang="en-US" dirty="0"/>
              <a:t>请输入答辩类型</a:t>
            </a:r>
            <a:endParaRPr lang="en-US" altLang="zh-CN" dirty="0"/>
          </a:p>
        </p:txBody>
      </p:sp>
      <p:sp>
        <p:nvSpPr>
          <p:cNvPr id="29" name="文本占位符 28"/>
          <p:cNvSpPr>
            <a:spLocks noGrp="1"/>
          </p:cNvSpPr>
          <p:nvPr>
            <p:ph type="body" sz="quarter" idx="12" hasCustomPrompt="1"/>
          </p:nvPr>
        </p:nvSpPr>
        <p:spPr>
          <a:xfrm>
            <a:off x="667503" y="3641672"/>
            <a:ext cx="5798382" cy="286232"/>
          </a:xfrm>
          <a:prstGeom prst="rect">
            <a:avLst/>
          </a:prstGeom>
        </p:spPr>
        <p:txBody>
          <a:bodyPr lIns="0">
            <a:spAutoFit/>
          </a:bodyPr>
          <a:lstStyle>
            <a:lvl1pPr marL="0" indent="0">
              <a:lnSpc>
                <a:spcPct val="100000"/>
              </a:lnSpc>
              <a:buNone/>
              <a:defRPr sz="1200" spc="550" baseline="0">
                <a:solidFill>
                  <a:schemeClr val="bg1">
                    <a:lumMod val="75000"/>
                  </a:schemeClr>
                </a:solidFill>
                <a:latin typeface="+mj-lt"/>
              </a:defRPr>
            </a:lvl1pPr>
          </a:lstStyle>
          <a:p>
            <a:pPr lvl="0"/>
            <a:r>
              <a:rPr lang="en-US" altLang="zh-CN" dirty="0"/>
              <a:t>Supporting Your Text Here</a:t>
            </a:r>
            <a:endParaRPr lang="en-US" altLang="zh-CN" dirty="0"/>
          </a:p>
        </p:txBody>
      </p:sp>
      <p:sp>
        <p:nvSpPr>
          <p:cNvPr id="5" name="日期占位符 4"/>
          <p:cNvSpPr>
            <a:spLocks noGrp="1"/>
          </p:cNvSpPr>
          <p:nvPr>
            <p:ph type="dt" sz="half" idx="1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alphaModFix amt="10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18" name="任意多边形: 形状 17"/>
          <p:cNvSpPr/>
          <p:nvPr userDrawn="1"/>
        </p:nvSpPr>
        <p:spPr>
          <a:xfrm>
            <a:off x="0" y="0"/>
            <a:ext cx="5953266" cy="6858000"/>
          </a:xfrm>
          <a:custGeom>
            <a:avLst/>
            <a:gdLst>
              <a:gd name="connsiteX0" fmla="*/ 0 w 5953266"/>
              <a:gd name="connsiteY0" fmla="*/ 0 h 6858000"/>
              <a:gd name="connsiteX1" fmla="*/ 4026732 w 5953266"/>
              <a:gd name="connsiteY1" fmla="*/ 0 h 6858000"/>
              <a:gd name="connsiteX2" fmla="*/ 4359910 w 5953266"/>
              <a:gd name="connsiteY2" fmla="*/ 252902 h 6858000"/>
              <a:gd name="connsiteX3" fmla="*/ 5953266 w 5953266"/>
              <a:gd name="connsiteY3" fmla="*/ 3682471 h 6858000"/>
              <a:gd name="connsiteX4" fmla="*/ 4670843 w 5953266"/>
              <a:gd name="connsiteY4" fmla="*/ 6825186 h 6858000"/>
              <a:gd name="connsiteX5" fmla="*/ 4635274 w 5953266"/>
              <a:gd name="connsiteY5" fmla="*/ 6858000 h 6858000"/>
              <a:gd name="connsiteX6" fmla="*/ 0 w 59532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53266" h="6858000">
                <a:moveTo>
                  <a:pt x="0" y="0"/>
                </a:moveTo>
                <a:lnTo>
                  <a:pt x="4026732" y="0"/>
                </a:lnTo>
                <a:lnTo>
                  <a:pt x="4359910" y="252902"/>
                </a:lnTo>
                <a:cubicBezTo>
                  <a:pt x="5333013" y="1068083"/>
                  <a:pt x="5953266" y="2301751"/>
                  <a:pt x="5953266" y="3682471"/>
                </a:cubicBezTo>
                <a:cubicBezTo>
                  <a:pt x="5953266" y="4909778"/>
                  <a:pt x="5463189" y="6020895"/>
                  <a:pt x="4670843" y="6825186"/>
                </a:cubicBezTo>
                <a:lnTo>
                  <a:pt x="4635274" y="6858000"/>
                </a:lnTo>
                <a:lnTo>
                  <a:pt x="0" y="6858000"/>
                </a:lnTo>
                <a:close/>
              </a:path>
            </a:pathLst>
          </a:custGeom>
          <a:solidFill>
            <a:schemeClr val="bg1">
              <a:alpha val="90000"/>
            </a:schemeClr>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22" name="图片 121"/>
          <p:cNvPicPr>
            <a:picLocks noChangeAspect="1"/>
          </p:cNvPicPr>
          <p:nvPr userDrawn="1"/>
        </p:nvPicPr>
        <p:blipFill>
          <a:blip r:embed="rId3"/>
          <a:srcRect l="35649" t="16934" b="16934"/>
          <a:stretch>
            <a:fillRect/>
          </a:stretch>
        </p:blipFill>
        <p:spPr>
          <a:xfrm>
            <a:off x="2" y="0"/>
            <a:ext cx="6677201" cy="6858000"/>
          </a:xfrm>
          <a:custGeom>
            <a:avLst/>
            <a:gdLst>
              <a:gd name="connsiteX0" fmla="*/ 0 w 6677201"/>
              <a:gd name="connsiteY0" fmla="*/ 0 h 6858000"/>
              <a:gd name="connsiteX1" fmla="*/ 6677201 w 6677201"/>
              <a:gd name="connsiteY1" fmla="*/ 0 h 6858000"/>
              <a:gd name="connsiteX2" fmla="*/ 6677201 w 6677201"/>
              <a:gd name="connsiteY2" fmla="*/ 6858000 h 6858000"/>
              <a:gd name="connsiteX3" fmla="*/ 0 w 66772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77201" h="6858000">
                <a:moveTo>
                  <a:pt x="0" y="0"/>
                </a:moveTo>
                <a:lnTo>
                  <a:pt x="6677201" y="0"/>
                </a:lnTo>
                <a:lnTo>
                  <a:pt x="6677201" y="6858000"/>
                </a:lnTo>
                <a:lnTo>
                  <a:pt x="0" y="6858000"/>
                </a:lnTo>
                <a:close/>
              </a:path>
            </a:pathLst>
          </a:custGeom>
        </p:spPr>
      </p:pic>
      <p:pic>
        <p:nvPicPr>
          <p:cNvPr id="121" name="图片 120"/>
          <p:cNvPicPr/>
          <p:nvPr userDrawn="1"/>
        </p:nvPicPr>
        <p:blipFill>
          <a:blip r:embed="rId4" cstate="print">
            <a:alphaModFix amt="3000"/>
            <a:extLst>
              <a:ext uri="{28A0092B-C50C-407E-A947-70E740481C1C}">
                <a14:useLocalDpi xmlns:a14="http://schemas.microsoft.com/office/drawing/2010/main" val="0"/>
              </a:ext>
            </a:extLst>
          </a:blip>
          <a:srcRect l="33973" t="9127" b="14811"/>
          <a:stretch>
            <a:fillRect/>
          </a:stretch>
        </p:blipFill>
        <p:spPr>
          <a:xfrm>
            <a:off x="0" y="0"/>
            <a:ext cx="5953266" cy="6858000"/>
          </a:xfrm>
          <a:custGeom>
            <a:avLst/>
            <a:gdLst>
              <a:gd name="connsiteX0" fmla="*/ 0 w 5953266"/>
              <a:gd name="connsiteY0" fmla="*/ 0 h 6858000"/>
              <a:gd name="connsiteX1" fmla="*/ 5953266 w 5953266"/>
              <a:gd name="connsiteY1" fmla="*/ 0 h 6858000"/>
              <a:gd name="connsiteX2" fmla="*/ 5953266 w 5953266"/>
              <a:gd name="connsiteY2" fmla="*/ 6858000 h 6858000"/>
              <a:gd name="connsiteX3" fmla="*/ 0 w 595326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53266" h="6858000">
                <a:moveTo>
                  <a:pt x="0" y="0"/>
                </a:moveTo>
                <a:lnTo>
                  <a:pt x="5953266" y="0"/>
                </a:lnTo>
                <a:lnTo>
                  <a:pt x="5953266" y="6858000"/>
                </a:lnTo>
                <a:lnTo>
                  <a:pt x="0" y="6858000"/>
                </a:lnTo>
                <a:close/>
              </a:path>
            </a:pathLst>
          </a:custGeom>
        </p:spPr>
      </p:pic>
      <p:sp>
        <p:nvSpPr>
          <p:cNvPr id="9" name="矩形 8"/>
          <p:cNvSpPr/>
          <p:nvPr userDrawn="1"/>
        </p:nvSpPr>
        <p:spPr>
          <a:xfrm>
            <a:off x="2122934" y="3082752"/>
            <a:ext cx="2964273" cy="1107996"/>
          </a:xfrm>
          <a:prstGeom prst="rect">
            <a:avLst/>
          </a:prstGeom>
        </p:spPr>
        <p:txBody>
          <a:bodyPr wrap="none" lIns="0">
            <a:spAutoFit/>
          </a:bodyPr>
          <a:lstStyle/>
          <a:p>
            <a:pPr lvl="0" algn="ctr">
              <a:defRPr/>
            </a:pPr>
            <a:r>
              <a:rPr lang="en-US" altLang="zh-CN" sz="6600" dirty="0">
                <a:solidFill>
                  <a:schemeClr val="bg1">
                    <a:lumMod val="75000"/>
                  </a:schemeClr>
                </a:solidFill>
              </a:rPr>
              <a:t>content</a:t>
            </a:r>
            <a:endParaRPr lang="zh-CN" altLang="en-US" sz="6600" dirty="0">
              <a:solidFill>
                <a:schemeClr val="bg1">
                  <a:lumMod val="75000"/>
                </a:schemeClr>
              </a:solidFill>
            </a:endParaRPr>
          </a:p>
        </p:txBody>
      </p:sp>
      <p:sp>
        <p:nvSpPr>
          <p:cNvPr id="10" name="矩形 9"/>
          <p:cNvSpPr/>
          <p:nvPr userDrawn="1"/>
        </p:nvSpPr>
        <p:spPr>
          <a:xfrm>
            <a:off x="2214374" y="3872827"/>
            <a:ext cx="2325409" cy="259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11" name="文本框 10"/>
          <p:cNvSpPr txBox="1"/>
          <p:nvPr userDrawn="1"/>
        </p:nvSpPr>
        <p:spPr>
          <a:xfrm>
            <a:off x="2183589" y="2598003"/>
            <a:ext cx="1421481" cy="830997"/>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目录</a:t>
            </a:r>
            <a:endParaRPr kumimoji="0" lang="zh-CN" altLang="en-US" sz="4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sp>
        <p:nvSpPr>
          <p:cNvPr id="124" name="日期占位符 123"/>
          <p:cNvSpPr>
            <a:spLocks noGrp="1"/>
          </p:cNvSpPr>
          <p:nvPr>
            <p:ph type="dt" sz="half" idx="10"/>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12" name="图片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7878" r="37004" b="7878"/>
          <a:stretch>
            <a:fillRect/>
          </a:stretch>
        </p:blipFill>
        <p:spPr>
          <a:xfrm>
            <a:off x="4511550" y="0"/>
            <a:ext cx="7680450" cy="6858000"/>
          </a:xfrm>
          <a:prstGeom prst="rect">
            <a:avLst/>
          </a:prstGeom>
        </p:spPr>
      </p:pic>
      <p:sp>
        <p:nvSpPr>
          <p:cNvPr id="22" name="矩形 21"/>
          <p:cNvSpPr/>
          <p:nvPr userDrawn="1"/>
        </p:nvSpPr>
        <p:spPr>
          <a:xfrm>
            <a:off x="0" y="0"/>
            <a:ext cx="12192000" cy="6858000"/>
          </a:xfrm>
          <a:prstGeom prst="rect">
            <a:avLst/>
          </a:prstGeom>
          <a:gradFill flip="none" rotWithShape="1">
            <a:gsLst>
              <a:gs pos="35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图片 22"/>
          <p:cNvPicPr>
            <a:picLocks noChangeAspect="1"/>
          </p:cNvPicPr>
          <p:nvPr userDrawn="1"/>
        </p:nvPicPr>
        <p:blipFill rotWithShape="1">
          <a:blip r:embed="rId2">
            <a:extLst>
              <a:ext uri="{28A0092B-C50C-407E-A947-70E740481C1C}">
                <a14:useLocalDpi xmlns:a14="http://schemas.microsoft.com/office/drawing/2010/main" val="0"/>
              </a:ext>
            </a:extLst>
          </a:blip>
          <a:srcRect l="6898" t="7878" r="36982" b="7878"/>
          <a:stretch>
            <a:fillRect/>
          </a:stretch>
        </p:blipFill>
        <p:spPr>
          <a:xfrm>
            <a:off x="5349870" y="0"/>
            <a:ext cx="6842131" cy="6858000"/>
          </a:xfrm>
          <a:custGeom>
            <a:avLst/>
            <a:gdLst>
              <a:gd name="connsiteX0" fmla="*/ 3866540 w 6842131"/>
              <a:gd name="connsiteY0" fmla="*/ 0 h 6858000"/>
              <a:gd name="connsiteX1" fmla="*/ 6842131 w 6842131"/>
              <a:gd name="connsiteY1" fmla="*/ 0 h 6858000"/>
              <a:gd name="connsiteX2" fmla="*/ 6842131 w 6842131"/>
              <a:gd name="connsiteY2" fmla="*/ 2518051 h 6858000"/>
              <a:gd name="connsiteX3" fmla="*/ 4395268 w 6842131"/>
              <a:gd name="connsiteY3" fmla="*/ 6858000 h 6858000"/>
              <a:gd name="connsiteX4" fmla="*/ 0 w 6842131"/>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131" h="6858000">
                <a:moveTo>
                  <a:pt x="3866540" y="0"/>
                </a:moveTo>
                <a:lnTo>
                  <a:pt x="6842131" y="0"/>
                </a:lnTo>
                <a:lnTo>
                  <a:pt x="6842131" y="2518051"/>
                </a:lnTo>
                <a:lnTo>
                  <a:pt x="4395268" y="6858000"/>
                </a:lnTo>
                <a:lnTo>
                  <a:pt x="0" y="6858000"/>
                </a:lnTo>
                <a:close/>
              </a:path>
            </a:pathLst>
          </a:custGeom>
        </p:spPr>
      </p:pic>
      <p:grpSp>
        <p:nvGrpSpPr>
          <p:cNvPr id="31" name="组合 30"/>
          <p:cNvGrpSpPr/>
          <p:nvPr userDrawn="1"/>
        </p:nvGrpSpPr>
        <p:grpSpPr>
          <a:xfrm>
            <a:off x="5852864" y="578865"/>
            <a:ext cx="5910561" cy="8110350"/>
            <a:chOff x="5852864" y="578865"/>
            <a:chExt cx="5910561" cy="8110350"/>
          </a:xfrm>
        </p:grpSpPr>
        <p:sp>
          <p:nvSpPr>
            <p:cNvPr id="32" name="任意多边形: 形状 31"/>
            <p:cNvSpPr/>
            <p:nvPr/>
          </p:nvSpPr>
          <p:spPr>
            <a:xfrm rot="1764741">
              <a:off x="6434339" y="578865"/>
              <a:ext cx="5329086" cy="8110349"/>
            </a:xfrm>
            <a:custGeom>
              <a:avLst/>
              <a:gdLst>
                <a:gd name="connsiteX0" fmla="*/ 4907596 w 5329086"/>
                <a:gd name="connsiteY0" fmla="*/ 1735493 h 8110349"/>
                <a:gd name="connsiteX1" fmla="*/ 5329086 w 5329086"/>
                <a:gd name="connsiteY1" fmla="*/ 2483140 h 8110349"/>
                <a:gd name="connsiteX2" fmla="*/ 5329086 w 5329086"/>
                <a:gd name="connsiteY2" fmla="*/ 5106050 h 8110349"/>
                <a:gd name="connsiteX3" fmla="*/ 4907597 w 5329086"/>
                <a:gd name="connsiteY3" fmla="*/ 5343666 h 8110349"/>
                <a:gd name="connsiteX4" fmla="*/ 0 w 5329086"/>
                <a:gd name="connsiteY4" fmla="*/ 237617 h 8110349"/>
                <a:gd name="connsiteX5" fmla="*/ 421490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6" y="1735493"/>
                  </a:moveTo>
                  <a:lnTo>
                    <a:pt x="5329086" y="2483140"/>
                  </a:lnTo>
                  <a:lnTo>
                    <a:pt x="5329086" y="5106050"/>
                  </a:lnTo>
                  <a:lnTo>
                    <a:pt x="4907597" y="5343666"/>
                  </a:lnTo>
                  <a:close/>
                  <a:moveTo>
                    <a:pt x="0" y="237617"/>
                  </a:moveTo>
                  <a:lnTo>
                    <a:pt x="421490" y="0"/>
                  </a:lnTo>
                  <a:lnTo>
                    <a:pt x="421489" y="7872732"/>
                  </a:lnTo>
                  <a:lnTo>
                    <a:pt x="0" y="811034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3" name="任意多边形: 形状 32"/>
            <p:cNvSpPr/>
            <p:nvPr/>
          </p:nvSpPr>
          <p:spPr>
            <a:xfrm rot="1764741">
              <a:off x="5852864" y="578866"/>
              <a:ext cx="5329086" cy="8110349"/>
            </a:xfrm>
            <a:custGeom>
              <a:avLst/>
              <a:gdLst>
                <a:gd name="connsiteX0" fmla="*/ 4907597 w 5329086"/>
                <a:gd name="connsiteY0" fmla="*/ 551447 h 8110349"/>
                <a:gd name="connsiteX1" fmla="*/ 5329086 w 5329086"/>
                <a:gd name="connsiteY1" fmla="*/ 1299093 h 8110349"/>
                <a:gd name="connsiteX2" fmla="*/ 5329086 w 5329086"/>
                <a:gd name="connsiteY2" fmla="*/ 5106050 h 8110349"/>
                <a:gd name="connsiteX3" fmla="*/ 4907596 w 5329086"/>
                <a:gd name="connsiteY3" fmla="*/ 5343667 h 8110349"/>
                <a:gd name="connsiteX4" fmla="*/ 0 w 5329086"/>
                <a:gd name="connsiteY4" fmla="*/ 237617 h 8110349"/>
                <a:gd name="connsiteX5" fmla="*/ 421489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7" y="551447"/>
                  </a:moveTo>
                  <a:lnTo>
                    <a:pt x="5329086" y="1299093"/>
                  </a:lnTo>
                  <a:lnTo>
                    <a:pt x="5329086" y="5106050"/>
                  </a:lnTo>
                  <a:lnTo>
                    <a:pt x="4907596" y="5343667"/>
                  </a:lnTo>
                  <a:close/>
                  <a:moveTo>
                    <a:pt x="0" y="237617"/>
                  </a:moveTo>
                  <a:lnTo>
                    <a:pt x="421489" y="0"/>
                  </a:lnTo>
                  <a:lnTo>
                    <a:pt x="421489" y="7872732"/>
                  </a:lnTo>
                  <a:lnTo>
                    <a:pt x="0" y="811034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sp>
        <p:nvSpPr>
          <p:cNvPr id="45" name="文本占位符 44"/>
          <p:cNvSpPr>
            <a:spLocks noGrp="1"/>
          </p:cNvSpPr>
          <p:nvPr>
            <p:ph type="body" sz="quarter" idx="10" hasCustomPrompt="1"/>
          </p:nvPr>
        </p:nvSpPr>
        <p:spPr>
          <a:xfrm>
            <a:off x="-1" y="4189677"/>
            <a:ext cx="5368944" cy="725488"/>
          </a:xfrm>
          <a:prstGeom prst="rect">
            <a:avLst/>
          </a:prstGeom>
        </p:spPr>
        <p:txBody>
          <a:bodyPr lIns="0" rIns="90000">
            <a:noAutofit/>
          </a:bodyPr>
          <a:lstStyle>
            <a:lvl1pPr marL="0" indent="0" algn="ctr">
              <a:lnSpc>
                <a:spcPct val="100000"/>
              </a:lnSpc>
              <a:buNone/>
              <a:defRPr sz="4400" b="1" spc="100" baseline="0">
                <a:solidFill>
                  <a:schemeClr val="accent1"/>
                </a:solidFill>
                <a:latin typeface="+mj-ea"/>
                <a:ea typeface="+mj-ea"/>
              </a:defRPr>
            </a:lvl1pPr>
          </a:lstStyle>
          <a:p>
            <a:pPr lvl="0"/>
            <a:r>
              <a:rPr lang="zh-CN" altLang="en-US" dirty="0"/>
              <a:t>请输入你的节标题</a:t>
            </a:r>
            <a:endParaRPr lang="zh-CN" altLang="en-US" dirty="0"/>
          </a:p>
        </p:txBody>
      </p:sp>
      <p:sp>
        <p:nvSpPr>
          <p:cNvPr id="47" name="文本占位符 46"/>
          <p:cNvSpPr>
            <a:spLocks noGrp="1"/>
          </p:cNvSpPr>
          <p:nvPr>
            <p:ph type="body" sz="quarter" idx="11" hasCustomPrompt="1"/>
          </p:nvPr>
        </p:nvSpPr>
        <p:spPr>
          <a:xfrm>
            <a:off x="-1" y="4857350"/>
            <a:ext cx="5368944" cy="424732"/>
          </a:xfrm>
          <a:prstGeom prst="rect">
            <a:avLst/>
          </a:prstGeom>
        </p:spPr>
        <p:txBody>
          <a:bodyPr lIns="90000" anchor="ctr" anchorCtr="0">
            <a:noAutofit/>
          </a:bodyPr>
          <a:lstStyle>
            <a:lvl1pPr marL="0" indent="0" algn="ctr">
              <a:lnSpc>
                <a:spcPct val="100000"/>
              </a:lnSpc>
              <a:buNone/>
              <a:defRPr sz="1200" spc="500" baseline="0">
                <a:solidFill>
                  <a:schemeClr val="bg1">
                    <a:lumMod val="75000"/>
                  </a:schemeClr>
                </a:solidFill>
                <a:latin typeface="+mn-lt"/>
              </a:defRPr>
            </a:lvl1pPr>
          </a:lstStyle>
          <a:p>
            <a:pPr lvl="0"/>
            <a:r>
              <a:rPr lang="en-US" altLang="zh-CN" dirty="0"/>
              <a:t>Supporting Your Text Here</a:t>
            </a:r>
            <a:endParaRPr lang="zh-CN" altLang="en-US" dirty="0"/>
          </a:p>
        </p:txBody>
      </p:sp>
      <p:sp>
        <p:nvSpPr>
          <p:cNvPr id="4" name="日期占位符 3"/>
          <p:cNvSpPr>
            <a:spLocks noGrp="1"/>
          </p:cNvSpPr>
          <p:nvPr>
            <p:ph type="dt" sz="half" idx="1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我介绍-1">
    <p:spTree>
      <p:nvGrpSpPr>
        <p:cNvPr id="1" name=""/>
        <p:cNvGrpSpPr/>
        <p:nvPr/>
      </p:nvGrpSpPr>
      <p:grpSpPr>
        <a:xfrm>
          <a:off x="0" y="0"/>
          <a:ext cx="0" cy="0"/>
          <a:chOff x="0" y="0"/>
          <a:chExt cx="0" cy="0"/>
        </a:xfrm>
      </p:grpSpPr>
      <p:pic>
        <p:nvPicPr>
          <p:cNvPr id="19" name="图片 1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30" name="图片占位符 29"/>
          <p:cNvSpPr>
            <a:spLocks noGrp="1"/>
          </p:cNvSpPr>
          <p:nvPr>
            <p:ph type="pic" sz="quarter" idx="12"/>
          </p:nvPr>
        </p:nvSpPr>
        <p:spPr>
          <a:xfrm>
            <a:off x="2571074" y="1465802"/>
            <a:ext cx="3524926" cy="4336612"/>
          </a:xfrm>
          <a:custGeom>
            <a:avLst/>
            <a:gdLst>
              <a:gd name="connsiteX0" fmla="*/ 0 w 3524926"/>
              <a:gd name="connsiteY0" fmla="*/ 0 h 4326855"/>
              <a:gd name="connsiteX1" fmla="*/ 3524926 w 3524926"/>
              <a:gd name="connsiteY1" fmla="*/ 0 h 4326855"/>
              <a:gd name="connsiteX2" fmla="*/ 3524926 w 3524926"/>
              <a:gd name="connsiteY2" fmla="*/ 4326855 h 4326855"/>
              <a:gd name="connsiteX3" fmla="*/ 0 w 3524926"/>
              <a:gd name="connsiteY3" fmla="*/ 4326855 h 4326855"/>
            </a:gdLst>
            <a:ahLst/>
            <a:cxnLst>
              <a:cxn ang="0">
                <a:pos x="connsiteX0" y="connsiteY0"/>
              </a:cxn>
              <a:cxn ang="0">
                <a:pos x="connsiteX1" y="connsiteY1"/>
              </a:cxn>
              <a:cxn ang="0">
                <a:pos x="connsiteX2" y="connsiteY2"/>
              </a:cxn>
              <a:cxn ang="0">
                <a:pos x="connsiteX3" y="connsiteY3"/>
              </a:cxn>
            </a:cxnLst>
            <a:rect l="l" t="t" r="r" b="b"/>
            <a:pathLst>
              <a:path w="3524926" h="4326855">
                <a:moveTo>
                  <a:pt x="0" y="0"/>
                </a:moveTo>
                <a:lnTo>
                  <a:pt x="3524926" y="0"/>
                </a:lnTo>
                <a:lnTo>
                  <a:pt x="3524926" y="4326855"/>
                </a:lnTo>
                <a:lnTo>
                  <a:pt x="0" y="4326855"/>
                </a:lnTo>
                <a:close/>
              </a:path>
            </a:pathLst>
          </a:custGeom>
        </p:spPr>
        <p:txBody>
          <a:bodyPr wrap="square">
            <a:noAutofit/>
          </a:bodyPr>
          <a:lstStyle/>
          <a:p>
            <a:endParaRPr lang="zh-CN" altLang="en-US" dirty="0"/>
          </a:p>
        </p:txBody>
      </p:sp>
      <p:cxnSp>
        <p:nvCxnSpPr>
          <p:cNvPr id="21" name="直接连接符 20"/>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grpSp>
        <p:nvGrpSpPr>
          <p:cNvPr id="25" name="组合 24"/>
          <p:cNvGrpSpPr/>
          <p:nvPr userDrawn="1"/>
        </p:nvGrpSpPr>
        <p:grpSpPr>
          <a:xfrm>
            <a:off x="660400" y="344681"/>
            <a:ext cx="384771" cy="384771"/>
            <a:chOff x="669869" y="597306"/>
            <a:chExt cx="409972" cy="409973"/>
          </a:xfrm>
        </p:grpSpPr>
        <p:sp>
          <p:nvSpPr>
            <p:cNvPr id="26"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7"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8"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68" name="文本占位符 67"/>
          <p:cNvSpPr>
            <a:spLocks noGrp="1"/>
          </p:cNvSpPr>
          <p:nvPr>
            <p:ph type="body" sz="quarter" idx="11" hasCustomPrompt="1"/>
          </p:nvPr>
        </p:nvSpPr>
        <p:spPr>
          <a:xfrm>
            <a:off x="1216933" y="347251"/>
            <a:ext cx="8920029" cy="402291"/>
          </a:xfrm>
          <a:prstGeom prst="rect">
            <a:avLst/>
          </a:prstGeom>
        </p:spPr>
        <p:txBody>
          <a:bodyPr lIns="0" tIns="4680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文本框 15"/>
          <p:cNvSpPr txBox="1"/>
          <p:nvPr userDrawn="1"/>
        </p:nvSpPr>
        <p:spPr>
          <a:xfrm rot="16200000">
            <a:off x="-1272970" y="3259723"/>
            <a:ext cx="4113883" cy="338554"/>
          </a:xfrm>
          <a:prstGeom prst="rect">
            <a:avLst/>
          </a:prstGeom>
          <a:noFill/>
        </p:spPr>
        <p:txBody>
          <a:bodyPr wrap="square" rtlCol="0">
            <a:spAutoFit/>
          </a:bodyPr>
          <a:lstStyle/>
          <a:p>
            <a:r>
              <a:rPr lang="en-US" altLang="zh-CN" sz="1600" spc="800" dirty="0">
                <a:solidFill>
                  <a:schemeClr val="bg1">
                    <a:lumMod val="75000"/>
                  </a:schemeClr>
                </a:solidFill>
              </a:rPr>
              <a:t>Southeast University</a:t>
            </a:r>
            <a:endParaRPr lang="zh-CN" altLang="en-US" sz="1600" spc="800" dirty="0">
              <a:solidFill>
                <a:schemeClr val="bg1">
                  <a:lumMod val="75000"/>
                </a:schemeClr>
              </a:solidFill>
            </a:endParaRPr>
          </a:p>
        </p:txBody>
      </p:sp>
      <p:sp>
        <p:nvSpPr>
          <p:cNvPr id="36" name="文本占位符 6"/>
          <p:cNvSpPr>
            <a:spLocks noGrp="1"/>
          </p:cNvSpPr>
          <p:nvPr>
            <p:ph type="body" sz="quarter" idx="18" hasCustomPrompt="1"/>
          </p:nvPr>
        </p:nvSpPr>
        <p:spPr>
          <a:xfrm>
            <a:off x="6632171" y="1253531"/>
            <a:ext cx="4886729" cy="1200329"/>
          </a:xfrm>
          <a:prstGeom prst="rect">
            <a:avLst/>
          </a:prstGeom>
          <a:noFill/>
        </p:spPr>
        <p:txBody>
          <a:bodyPr wrap="square" rtlCol="0">
            <a:spAutoFit/>
          </a:bodyPr>
          <a:lstStyle>
            <a:lvl1pPr marL="0" indent="0" algn="r">
              <a:lnSpc>
                <a:spcPct val="100000"/>
              </a:lnSpc>
              <a:buNone/>
              <a:defRPr lang="zh-CN" altLang="en-US" sz="7200" i="1" dirty="0">
                <a:solidFill>
                  <a:schemeClr val="bg1">
                    <a:lumMod val="95000"/>
                  </a:schemeClr>
                </a:solidFill>
              </a:defRPr>
            </a:lvl1pPr>
          </a:lstStyle>
          <a:p>
            <a:pPr marL="0" lvl="0"/>
            <a:r>
              <a:rPr lang="en-US" altLang="zh-CN" dirty="0"/>
              <a:t>Your name</a:t>
            </a:r>
            <a:endParaRPr lang="zh-CN" altLang="en-US" dirty="0"/>
          </a:p>
        </p:txBody>
      </p:sp>
      <p:sp>
        <p:nvSpPr>
          <p:cNvPr id="12" name="文本占位符 11"/>
          <p:cNvSpPr>
            <a:spLocks noGrp="1"/>
          </p:cNvSpPr>
          <p:nvPr>
            <p:ph type="body" sz="quarter" idx="22" hasCustomPrompt="1"/>
          </p:nvPr>
        </p:nvSpPr>
        <p:spPr>
          <a:xfrm>
            <a:off x="7398196" y="3937575"/>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endParaRPr lang="zh-CN" altLang="en-US" dirty="0"/>
          </a:p>
        </p:txBody>
      </p:sp>
      <p:sp>
        <p:nvSpPr>
          <p:cNvPr id="40" name="文本占位符 11"/>
          <p:cNvSpPr>
            <a:spLocks noGrp="1"/>
          </p:cNvSpPr>
          <p:nvPr>
            <p:ph type="body" sz="quarter" idx="23" hasCustomPrompt="1"/>
          </p:nvPr>
        </p:nvSpPr>
        <p:spPr>
          <a:xfrm>
            <a:off x="7398196" y="4685329"/>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endParaRPr lang="zh-CN" altLang="en-US" dirty="0"/>
          </a:p>
        </p:txBody>
      </p:sp>
      <p:sp>
        <p:nvSpPr>
          <p:cNvPr id="41" name="文本占位符 11"/>
          <p:cNvSpPr>
            <a:spLocks noGrp="1"/>
          </p:cNvSpPr>
          <p:nvPr>
            <p:ph type="body" sz="quarter" idx="24" hasCustomPrompt="1"/>
          </p:nvPr>
        </p:nvSpPr>
        <p:spPr>
          <a:xfrm>
            <a:off x="7398196" y="5433083"/>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endParaRPr lang="zh-CN" altLang="en-US" dirty="0"/>
          </a:p>
        </p:txBody>
      </p:sp>
      <p:sp>
        <p:nvSpPr>
          <p:cNvPr id="35" name="文本占位符 6"/>
          <p:cNvSpPr>
            <a:spLocks noGrp="1"/>
          </p:cNvSpPr>
          <p:nvPr>
            <p:ph type="body" sz="quarter" idx="17" hasCustomPrompt="1"/>
          </p:nvPr>
        </p:nvSpPr>
        <p:spPr>
          <a:xfrm>
            <a:off x="6749903" y="2564527"/>
            <a:ext cx="3396528" cy="400110"/>
          </a:xfrm>
          <a:prstGeom prst="rect">
            <a:avLst/>
          </a:prstGeom>
          <a:noFill/>
        </p:spPr>
        <p:txBody>
          <a:bodyPr wrap="square" lIns="0" rtlCol="0">
            <a:spAutoFit/>
          </a:bodyPr>
          <a:lstStyle>
            <a:lvl1pPr marL="0" indent="0">
              <a:lnSpc>
                <a:spcPct val="100000"/>
              </a:lnSpc>
              <a:buNone/>
              <a:defRPr lang="zh-CN" altLang="en-US" b="1" dirty="0">
                <a:solidFill>
                  <a:schemeClr val="accent2"/>
                </a:solidFill>
              </a:defRPr>
            </a:lvl1pPr>
          </a:lstStyle>
          <a:p>
            <a:pPr marL="0" lvl="0"/>
            <a:r>
              <a:rPr lang="zh-CN" altLang="en-US" dirty="0"/>
              <a:t>你所在的院系 </a:t>
            </a:r>
            <a:r>
              <a:rPr lang="en-US" altLang="zh-CN" dirty="0"/>
              <a:t>/ </a:t>
            </a:r>
            <a:r>
              <a:rPr lang="zh-CN" altLang="en-US" dirty="0"/>
              <a:t>部门</a:t>
            </a:r>
            <a:endParaRPr lang="zh-CN" altLang="en-US" dirty="0"/>
          </a:p>
        </p:txBody>
      </p:sp>
      <p:sp>
        <p:nvSpPr>
          <p:cNvPr id="7" name="文本占位符 6"/>
          <p:cNvSpPr>
            <a:spLocks noGrp="1"/>
          </p:cNvSpPr>
          <p:nvPr>
            <p:ph type="body" sz="quarter" idx="16" hasCustomPrompt="1"/>
          </p:nvPr>
        </p:nvSpPr>
        <p:spPr>
          <a:xfrm>
            <a:off x="6749903" y="1812873"/>
            <a:ext cx="3088698" cy="769441"/>
          </a:xfrm>
          <a:prstGeom prst="rect">
            <a:avLst/>
          </a:prstGeom>
          <a:noFill/>
        </p:spPr>
        <p:txBody>
          <a:bodyPr wrap="square" lIns="0" rtlCol="0">
            <a:spAutoFit/>
          </a:bodyPr>
          <a:lstStyle>
            <a:lvl1pPr marL="0" indent="0">
              <a:lnSpc>
                <a:spcPct val="100000"/>
              </a:lnSpc>
              <a:buNone/>
              <a:defRPr lang="zh-CN" altLang="en-US" sz="4400" b="1" dirty="0">
                <a:solidFill>
                  <a:schemeClr val="accent1"/>
                </a:solidFill>
              </a:defRPr>
            </a:lvl1pPr>
          </a:lstStyle>
          <a:p>
            <a:pPr marL="0" lvl="0"/>
            <a:r>
              <a:rPr lang="zh-CN" altLang="en-US" dirty="0"/>
              <a:t>你的姓名</a:t>
            </a:r>
            <a:endParaRPr lang="zh-CN" altLang="en-US" dirty="0"/>
          </a:p>
        </p:txBody>
      </p:sp>
      <p:sp>
        <p:nvSpPr>
          <p:cNvPr id="4" name="日期占位符 3"/>
          <p:cNvSpPr>
            <a:spLocks noGrp="1"/>
          </p:cNvSpPr>
          <p:nvPr>
            <p:ph type="dt" sz="half" idx="25"/>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8" name="灯片编号占位符 7"/>
          <p:cNvSpPr>
            <a:spLocks noGrp="1"/>
          </p:cNvSpPr>
          <p:nvPr>
            <p:ph type="sldNum" sz="quarter" idx="27"/>
          </p:nvPr>
        </p:nvSpPr>
        <p:spPr/>
        <p:txBody>
          <a:bodyPr/>
          <a:lstStyle/>
          <a:p>
            <a:fld id="{C79ECAFE-A460-4E13-ABCB-32CAE6136244}" type="slidenum">
              <a:rPr lang="zh-CN" altLang="en-US" smtClean="0"/>
            </a:fld>
            <a:endParaRPr lang="zh-CN" altLang="en-US" dirty="0"/>
          </a:p>
        </p:txBody>
      </p:sp>
      <p:sp>
        <p:nvSpPr>
          <p:cNvPr id="22" name="矩形 21"/>
          <p:cNvSpPr/>
          <p:nvPr userDrawn="1"/>
        </p:nvSpPr>
        <p:spPr>
          <a:xfrm>
            <a:off x="5341519" y="3365304"/>
            <a:ext cx="2252502" cy="154113"/>
          </a:xfrm>
          <a:prstGeom prst="rect">
            <a:avLst/>
          </a:prstGeom>
          <a:gradFill>
            <a:gsLst>
              <a:gs pos="100000">
                <a:srgbClr val="FDA913"/>
              </a:gs>
              <a:gs pos="0">
                <a:schemeClr val="accent2">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我介绍-2">
    <p:spTree>
      <p:nvGrpSpPr>
        <p:cNvPr id="1" name=""/>
        <p:cNvGrpSpPr/>
        <p:nvPr/>
      </p:nvGrpSpPr>
      <p:grpSpPr>
        <a:xfrm>
          <a:off x="0" y="0"/>
          <a:ext cx="0" cy="0"/>
          <a:chOff x="0" y="0"/>
          <a:chExt cx="0" cy="0"/>
        </a:xfrm>
      </p:grpSpPr>
      <p:pic>
        <p:nvPicPr>
          <p:cNvPr id="28" name="图片 27"/>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pic>
        <p:nvPicPr>
          <p:cNvPr id="23" name="图片 22"/>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
        <p:nvSpPr>
          <p:cNvPr id="3" name="文本占位符 2"/>
          <p:cNvSpPr>
            <a:spLocks noGrp="1"/>
          </p:cNvSpPr>
          <p:nvPr>
            <p:ph type="body" sz="quarter" idx="25" hasCustomPrompt="1"/>
          </p:nvPr>
        </p:nvSpPr>
        <p:spPr>
          <a:xfrm>
            <a:off x="0" y="1093511"/>
            <a:ext cx="6400712" cy="1446550"/>
          </a:xfrm>
          <a:prstGeom prst="rect">
            <a:avLst/>
          </a:prstGeom>
          <a:noFill/>
        </p:spPr>
        <p:txBody>
          <a:bodyPr wrap="square" rtlCol="0">
            <a:spAutoFit/>
          </a:bodyPr>
          <a:lstStyle>
            <a:lvl1pPr algn="r">
              <a:defRPr kumimoji="0" lang="zh-CN" altLang="en-US" sz="8800" b="0" i="1" u="none" strike="noStrike" cap="none" spc="0" normalizeH="0" baseline="0" dirty="0">
                <a:ln>
                  <a:noFill/>
                </a:ln>
                <a:solidFill>
                  <a:schemeClr val="bg1">
                    <a:lumMod val="95000"/>
                  </a:schemeClr>
                </a:solidFill>
                <a:effectLst/>
                <a:uLnTx/>
                <a:uFillTx/>
                <a:latin typeface="Arial" panose="020B0604020202020204"/>
                <a:ea typeface="微软雅黑" panose="020B0503020204020204" charset="-122"/>
              </a:defRPr>
            </a:lvl1pPr>
          </a:lstStyle>
          <a:p>
            <a:pPr marL="0" marR="0" lvl="0" indent="0" fontAlgn="auto">
              <a:lnSpc>
                <a:spcPct val="100000"/>
              </a:lnSpc>
              <a:spcBef>
                <a:spcPts val="0"/>
              </a:spcBef>
              <a:spcAft>
                <a:spcPts val="0"/>
              </a:spcAft>
              <a:buClrTx/>
              <a:buSzTx/>
              <a:buFontTx/>
              <a:buNone/>
            </a:pPr>
            <a:r>
              <a:rPr lang="en-US" altLang="zh-CN" dirty="0"/>
              <a:t>Your name</a:t>
            </a:r>
            <a:endParaRPr lang="zh-CN" altLang="en-US" dirty="0"/>
          </a:p>
        </p:txBody>
      </p:sp>
      <p:sp>
        <p:nvSpPr>
          <p:cNvPr id="6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2" name="文本占位符 11"/>
          <p:cNvSpPr>
            <a:spLocks noGrp="1"/>
          </p:cNvSpPr>
          <p:nvPr>
            <p:ph type="body" sz="quarter" idx="22" hasCustomPrompt="1"/>
          </p:nvPr>
        </p:nvSpPr>
        <p:spPr>
          <a:xfrm>
            <a:off x="660400" y="3881451"/>
            <a:ext cx="3610645"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endParaRPr lang="zh-CN" altLang="en-US" dirty="0"/>
          </a:p>
        </p:txBody>
      </p:sp>
      <p:sp>
        <p:nvSpPr>
          <p:cNvPr id="40" name="文本占位符 11"/>
          <p:cNvSpPr>
            <a:spLocks noGrp="1"/>
          </p:cNvSpPr>
          <p:nvPr>
            <p:ph type="body" sz="quarter" idx="23" hasCustomPrompt="1"/>
          </p:nvPr>
        </p:nvSpPr>
        <p:spPr>
          <a:xfrm>
            <a:off x="660400" y="4685329"/>
            <a:ext cx="3610646"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endParaRPr lang="zh-CN" altLang="en-US" dirty="0"/>
          </a:p>
        </p:txBody>
      </p:sp>
      <p:sp>
        <p:nvSpPr>
          <p:cNvPr id="41" name="文本占位符 11"/>
          <p:cNvSpPr>
            <a:spLocks noGrp="1"/>
          </p:cNvSpPr>
          <p:nvPr>
            <p:ph type="body" sz="quarter" idx="24" hasCustomPrompt="1"/>
          </p:nvPr>
        </p:nvSpPr>
        <p:spPr>
          <a:xfrm>
            <a:off x="660400" y="5433083"/>
            <a:ext cx="3610646"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endParaRPr lang="zh-CN" altLang="en-US" dirty="0"/>
          </a:p>
        </p:txBody>
      </p:sp>
      <p:sp>
        <p:nvSpPr>
          <p:cNvPr id="52" name="文本占位符 6"/>
          <p:cNvSpPr>
            <a:spLocks noGrp="1"/>
          </p:cNvSpPr>
          <p:nvPr>
            <p:ph type="body" sz="quarter" idx="16" hasCustomPrompt="1"/>
          </p:nvPr>
        </p:nvSpPr>
        <p:spPr>
          <a:xfrm>
            <a:off x="2331720" y="2106802"/>
            <a:ext cx="3088698" cy="769441"/>
          </a:xfrm>
          <a:prstGeom prst="rect">
            <a:avLst/>
          </a:prstGeom>
          <a:noFill/>
        </p:spPr>
        <p:txBody>
          <a:bodyPr wrap="square" rIns="0" rtlCol="0">
            <a:spAutoFit/>
          </a:bodyPr>
          <a:lstStyle>
            <a:lvl1pPr marL="0" indent="0" algn="r">
              <a:lnSpc>
                <a:spcPct val="100000"/>
              </a:lnSpc>
              <a:buNone/>
              <a:defRPr lang="zh-CN" altLang="en-US" sz="4400" b="1" dirty="0">
                <a:solidFill>
                  <a:schemeClr val="accent1"/>
                </a:solidFill>
              </a:defRPr>
            </a:lvl1pPr>
          </a:lstStyle>
          <a:p>
            <a:pPr marL="0" lvl="0"/>
            <a:r>
              <a:rPr lang="zh-CN" altLang="en-US" dirty="0"/>
              <a:t>你的姓名</a:t>
            </a:r>
            <a:endParaRPr lang="zh-CN" altLang="en-US" dirty="0"/>
          </a:p>
        </p:txBody>
      </p:sp>
      <p:sp>
        <p:nvSpPr>
          <p:cNvPr id="53" name="文本占位符 6"/>
          <p:cNvSpPr>
            <a:spLocks noGrp="1"/>
          </p:cNvSpPr>
          <p:nvPr>
            <p:ph type="body" sz="quarter" idx="17" hasCustomPrompt="1"/>
          </p:nvPr>
        </p:nvSpPr>
        <p:spPr>
          <a:xfrm>
            <a:off x="1541828" y="3152034"/>
            <a:ext cx="3396528" cy="400110"/>
          </a:xfrm>
          <a:prstGeom prst="rect">
            <a:avLst/>
          </a:prstGeom>
          <a:noFill/>
        </p:spPr>
        <p:txBody>
          <a:bodyPr wrap="square" rIns="0" rtlCol="0">
            <a:spAutoFit/>
          </a:bodyPr>
          <a:lstStyle>
            <a:lvl1pPr marL="0" indent="0" algn="r">
              <a:lnSpc>
                <a:spcPct val="100000"/>
              </a:lnSpc>
              <a:buNone/>
              <a:defRPr lang="zh-CN" altLang="en-US" b="1" dirty="0">
                <a:solidFill>
                  <a:schemeClr val="accent2"/>
                </a:solidFill>
              </a:defRPr>
            </a:lvl1pPr>
          </a:lstStyle>
          <a:p>
            <a:pPr marL="0" lvl="0"/>
            <a:r>
              <a:rPr lang="zh-CN" altLang="en-US" dirty="0"/>
              <a:t>你所在的院系 </a:t>
            </a:r>
            <a:r>
              <a:rPr lang="en-US" altLang="zh-CN" dirty="0"/>
              <a:t>/ </a:t>
            </a:r>
            <a:r>
              <a:rPr lang="zh-CN" altLang="en-US" dirty="0"/>
              <a:t>部门</a:t>
            </a:r>
            <a:endParaRPr lang="zh-CN" altLang="en-US" dirty="0"/>
          </a:p>
        </p:txBody>
      </p:sp>
      <p:sp>
        <p:nvSpPr>
          <p:cNvPr id="33" name="图片占位符 32"/>
          <p:cNvSpPr>
            <a:spLocks noGrp="1"/>
          </p:cNvSpPr>
          <p:nvPr>
            <p:ph type="pic" sz="quarter" idx="12"/>
          </p:nvPr>
        </p:nvSpPr>
        <p:spPr>
          <a:xfrm>
            <a:off x="5131444" y="0"/>
            <a:ext cx="7060556" cy="6858000"/>
          </a:xfrm>
          <a:custGeom>
            <a:avLst/>
            <a:gdLst>
              <a:gd name="connsiteX0" fmla="*/ 2232141 w 7060556"/>
              <a:gd name="connsiteY0" fmla="*/ 0 h 6858000"/>
              <a:gd name="connsiteX1" fmla="*/ 7060556 w 7060556"/>
              <a:gd name="connsiteY1" fmla="*/ 0 h 6858000"/>
              <a:gd name="connsiteX2" fmla="*/ 7060556 w 7060556"/>
              <a:gd name="connsiteY2" fmla="*/ 6858000 h 6858000"/>
              <a:gd name="connsiteX3" fmla="*/ 659756 w 7060556"/>
              <a:gd name="connsiteY3" fmla="*/ 6858000 h 6858000"/>
              <a:gd name="connsiteX4" fmla="*/ 0 w 7060556"/>
              <a:gd name="connsiteY4" fmla="*/ 5318567 h 6858000"/>
              <a:gd name="connsiteX5" fmla="*/ 2076565 w 7060556"/>
              <a:gd name="connsiteY5" fmla="*/ 34199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0556" h="6858000">
                <a:moveTo>
                  <a:pt x="2232141" y="0"/>
                </a:moveTo>
                <a:lnTo>
                  <a:pt x="7060556" y="0"/>
                </a:lnTo>
                <a:lnTo>
                  <a:pt x="7060556" y="6858000"/>
                </a:lnTo>
                <a:lnTo>
                  <a:pt x="659756" y="6858000"/>
                </a:lnTo>
                <a:lnTo>
                  <a:pt x="0" y="5318567"/>
                </a:lnTo>
                <a:cubicBezTo>
                  <a:pt x="292020" y="4312534"/>
                  <a:pt x="1148983" y="2384867"/>
                  <a:pt x="2076565" y="341996"/>
                </a:cubicBezTo>
                <a:close/>
              </a:path>
            </a:pathLst>
          </a:custGeom>
        </p:spPr>
        <p:txBody>
          <a:bodyPr wrap="square">
            <a:noAutofit/>
          </a:bodyPr>
          <a:lstStyle/>
          <a:p>
            <a:endParaRPr lang="zh-CN" altLang="en-US" dirty="0"/>
          </a:p>
        </p:txBody>
      </p:sp>
      <p:grpSp>
        <p:nvGrpSpPr>
          <p:cNvPr id="24" name="组合 23"/>
          <p:cNvGrpSpPr/>
          <p:nvPr userDrawn="1"/>
        </p:nvGrpSpPr>
        <p:grpSpPr>
          <a:xfrm>
            <a:off x="660400" y="344681"/>
            <a:ext cx="384771" cy="384771"/>
            <a:chOff x="669869" y="597306"/>
            <a:chExt cx="409972" cy="409973"/>
          </a:xfrm>
        </p:grpSpPr>
        <p:sp>
          <p:nvSpPr>
            <p:cNvPr id="29"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0"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1"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5"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8" name="灯片编号占位符 7"/>
          <p:cNvSpPr>
            <a:spLocks noGrp="1"/>
          </p:cNvSpPr>
          <p:nvPr>
            <p:ph type="sldNum" sz="quarter" idx="28"/>
          </p:nvPr>
        </p:nvSpPr>
        <p:spPr/>
        <p:txBody>
          <a:bodyPr/>
          <a:lstStyle/>
          <a:p>
            <a:fld id="{C79ECAFE-A460-4E13-ABCB-32CAE6136244}" type="slidenum">
              <a:rPr lang="zh-CN" altLang="en-US" smtClean="0"/>
            </a:fld>
            <a:endParaRPr lang="zh-CN" altLang="en-US" dirty="0"/>
          </a:p>
        </p:txBody>
      </p:sp>
      <p:cxnSp>
        <p:nvCxnSpPr>
          <p:cNvPr id="18" name="直接连接符 17"/>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介绍内容拓展-1">
    <p:spTree>
      <p:nvGrpSpPr>
        <p:cNvPr id="1" name=""/>
        <p:cNvGrpSpPr/>
        <p:nvPr/>
      </p:nvGrpSpPr>
      <p:grpSpPr>
        <a:xfrm>
          <a:off x="0" y="0"/>
          <a:ext cx="0" cy="0"/>
          <a:chOff x="0" y="0"/>
          <a:chExt cx="0" cy="0"/>
        </a:xfrm>
      </p:grpSpPr>
      <p:pic>
        <p:nvPicPr>
          <p:cNvPr id="36" name="图片 35"/>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3" name="文本框 2"/>
          <p:cNvSpPr txBox="1"/>
          <p:nvPr userDrawn="1"/>
        </p:nvSpPr>
        <p:spPr>
          <a:xfrm>
            <a:off x="660400" y="1383671"/>
            <a:ext cx="5001787" cy="1323439"/>
          </a:xfrm>
          <a:prstGeom prst="rect">
            <a:avLst/>
          </a:prstGeom>
          <a:noFill/>
        </p:spPr>
        <p:txBody>
          <a:bodyPr wrap="square" lIns="0" rtlCol="0">
            <a:spAutoFit/>
          </a:bodyPr>
          <a:lstStyle/>
          <a:p>
            <a:r>
              <a:rPr lang="en-US" altLang="zh-CN" sz="8000" i="1" dirty="0">
                <a:solidFill>
                  <a:schemeClr val="bg1">
                    <a:lumMod val="95000"/>
                  </a:schemeClr>
                </a:solidFill>
              </a:rPr>
              <a:t>Our team</a:t>
            </a:r>
            <a:endParaRPr lang="zh-CN" altLang="en-US" sz="8000" i="1" dirty="0">
              <a:solidFill>
                <a:schemeClr val="bg1">
                  <a:lumMod val="95000"/>
                </a:schemeClr>
              </a:solidFill>
            </a:endParaRPr>
          </a:p>
        </p:txBody>
      </p:sp>
      <p:sp>
        <p:nvSpPr>
          <p:cNvPr id="32" name="图片占位符 31"/>
          <p:cNvSpPr>
            <a:spLocks noGrp="1"/>
          </p:cNvSpPr>
          <p:nvPr>
            <p:ph type="pic" sz="quarter" idx="31"/>
          </p:nvPr>
        </p:nvSpPr>
        <p:spPr>
          <a:xfrm>
            <a:off x="5792230"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grpSp>
        <p:nvGrpSpPr>
          <p:cNvPr id="9" name="组合 8"/>
          <p:cNvGrpSpPr/>
          <p:nvPr userDrawn="1"/>
        </p:nvGrpSpPr>
        <p:grpSpPr>
          <a:xfrm>
            <a:off x="660400" y="344681"/>
            <a:ext cx="384771" cy="384771"/>
            <a:chOff x="669869" y="597306"/>
            <a:chExt cx="409972" cy="409973"/>
          </a:xfrm>
        </p:grpSpPr>
        <p:sp>
          <p:nvSpPr>
            <p:cNvPr id="10"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1"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3"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4" name="灯片编号占位符 7"/>
          <p:cNvSpPr>
            <a:spLocks noGrp="1"/>
          </p:cNvSpPr>
          <p:nvPr>
            <p:ph type="sldNum" sz="quarter" idx="28"/>
          </p:nvPr>
        </p:nvSpPr>
        <p:spPr>
          <a:xfrm>
            <a:off x="8775700" y="6235702"/>
            <a:ext cx="2743200" cy="365125"/>
          </a:xfrm>
        </p:spPr>
        <p:txBody>
          <a:bodyPr/>
          <a:lstStyle/>
          <a:p>
            <a:fld id="{C79ECAFE-A460-4E13-ABCB-32CAE6136244}" type="slidenum">
              <a:rPr lang="zh-CN" altLang="en-US" smtClean="0"/>
            </a:fld>
            <a:endParaRPr lang="zh-CN" altLang="en-US" dirty="0"/>
          </a:p>
        </p:txBody>
      </p:sp>
      <p:sp>
        <p:nvSpPr>
          <p:cNvPr id="27" name="文本占位符 26"/>
          <p:cNvSpPr>
            <a:spLocks noGrp="1"/>
          </p:cNvSpPr>
          <p:nvPr>
            <p:ph type="body" sz="quarter" idx="29" hasCustomPrompt="1"/>
          </p:nvPr>
        </p:nvSpPr>
        <p:spPr>
          <a:xfrm>
            <a:off x="1019067" y="2170482"/>
            <a:ext cx="3982720" cy="584775"/>
          </a:xfrm>
        </p:spPr>
        <p:txBody>
          <a:bodyPr lIns="0">
            <a:spAutoFit/>
          </a:bodyPr>
          <a:lstStyle>
            <a:lvl1pPr marL="0" indent="0">
              <a:lnSpc>
                <a:spcPct val="100000"/>
              </a:lnSpc>
              <a:buNone/>
              <a:defRPr sz="3200" b="1">
                <a:solidFill>
                  <a:schemeClr val="accent1"/>
                </a:solidFill>
              </a:defRPr>
            </a:lvl1pPr>
          </a:lstStyle>
          <a:p>
            <a:pPr lvl="0"/>
            <a:r>
              <a:rPr lang="zh-CN" altLang="en-US" dirty="0"/>
              <a:t>请输入你的团队名</a:t>
            </a:r>
            <a:endParaRPr lang="zh-CN" altLang="en-US" dirty="0"/>
          </a:p>
        </p:txBody>
      </p:sp>
      <p:sp>
        <p:nvSpPr>
          <p:cNvPr id="29" name="文本占位符 28"/>
          <p:cNvSpPr>
            <a:spLocks noGrp="1"/>
          </p:cNvSpPr>
          <p:nvPr>
            <p:ph type="body" sz="quarter" idx="30" hasCustomPrompt="1"/>
          </p:nvPr>
        </p:nvSpPr>
        <p:spPr>
          <a:xfrm>
            <a:off x="1019067" y="3119036"/>
            <a:ext cx="3982720" cy="1706963"/>
          </a:xfrm>
        </p:spPr>
        <p:txBody>
          <a:bodyPr wrap="square" lIns="0">
            <a:noAutofit/>
          </a:bodyPr>
          <a:lstStyle>
            <a:lvl1pPr marL="0" indent="0">
              <a:buNone/>
              <a:defRPr sz="1800"/>
            </a:lvl1pPr>
          </a:lstStyle>
          <a:p>
            <a:pPr lvl="0"/>
            <a:r>
              <a:rPr lang="zh-CN" altLang="en-US" dirty="0"/>
              <a:t>请输入你的团队介绍</a:t>
            </a:r>
            <a:endParaRPr lang="zh-CN" altLang="en-US" dirty="0"/>
          </a:p>
        </p:txBody>
      </p:sp>
      <p:sp>
        <p:nvSpPr>
          <p:cNvPr id="33" name="图片占位符 32"/>
          <p:cNvSpPr>
            <a:spLocks noGrp="1"/>
          </p:cNvSpPr>
          <p:nvPr>
            <p:ph type="pic" sz="quarter" idx="32"/>
          </p:nvPr>
        </p:nvSpPr>
        <p:spPr>
          <a:xfrm>
            <a:off x="7700964"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34" name="图片占位符 33"/>
          <p:cNvSpPr>
            <a:spLocks noGrp="1"/>
          </p:cNvSpPr>
          <p:nvPr>
            <p:ph type="pic" sz="quarter" idx="33"/>
          </p:nvPr>
        </p:nvSpPr>
        <p:spPr>
          <a:xfrm>
            <a:off x="9609697"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25" name="文本占位符 11"/>
          <p:cNvSpPr>
            <a:spLocks noGrp="1"/>
          </p:cNvSpPr>
          <p:nvPr>
            <p:ph type="body" sz="quarter" idx="22" hasCustomPrompt="1"/>
          </p:nvPr>
        </p:nvSpPr>
        <p:spPr>
          <a:xfrm>
            <a:off x="5792309"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26" name="文本占位符 11"/>
          <p:cNvSpPr>
            <a:spLocks noGrp="1"/>
          </p:cNvSpPr>
          <p:nvPr>
            <p:ph type="body" sz="quarter" idx="34" hasCustomPrompt="1"/>
          </p:nvPr>
        </p:nvSpPr>
        <p:spPr>
          <a:xfrm>
            <a:off x="7700964"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28" name="文本占位符 11"/>
          <p:cNvSpPr>
            <a:spLocks noGrp="1"/>
          </p:cNvSpPr>
          <p:nvPr>
            <p:ph type="body" sz="quarter" idx="35" hasCustomPrompt="1"/>
          </p:nvPr>
        </p:nvSpPr>
        <p:spPr>
          <a:xfrm>
            <a:off x="9609619"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30" name="文本占位符 11"/>
          <p:cNvSpPr>
            <a:spLocks noGrp="1"/>
          </p:cNvSpPr>
          <p:nvPr>
            <p:ph type="body" sz="quarter" idx="36" hasCustomPrompt="1"/>
          </p:nvPr>
        </p:nvSpPr>
        <p:spPr>
          <a:xfrm>
            <a:off x="5792387"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1</a:t>
            </a:r>
            <a:endParaRPr lang="zh-CN" altLang="en-US" dirty="0"/>
          </a:p>
        </p:txBody>
      </p:sp>
      <p:sp>
        <p:nvSpPr>
          <p:cNvPr id="31" name="文本占位符 11"/>
          <p:cNvSpPr>
            <a:spLocks noGrp="1"/>
          </p:cNvSpPr>
          <p:nvPr>
            <p:ph type="body" sz="quarter" idx="37" hasCustomPrompt="1"/>
          </p:nvPr>
        </p:nvSpPr>
        <p:spPr>
          <a:xfrm>
            <a:off x="7700808"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2</a:t>
            </a:r>
            <a:endParaRPr lang="zh-CN" altLang="en-US" dirty="0"/>
          </a:p>
        </p:txBody>
      </p:sp>
      <p:sp>
        <p:nvSpPr>
          <p:cNvPr id="35" name="文本占位符 11"/>
          <p:cNvSpPr>
            <a:spLocks noGrp="1"/>
          </p:cNvSpPr>
          <p:nvPr>
            <p:ph type="body" sz="quarter" idx="38" hasCustomPrompt="1"/>
          </p:nvPr>
        </p:nvSpPr>
        <p:spPr>
          <a:xfrm>
            <a:off x="9609229"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3</a:t>
            </a:r>
            <a:endParaRPr lang="zh-CN" altLang="en-US" dirty="0"/>
          </a:p>
        </p:txBody>
      </p:sp>
      <p:cxnSp>
        <p:nvCxnSpPr>
          <p:cNvPr id="24" name="直接连接符 23"/>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介绍内容拓展-2">
    <p:spTree>
      <p:nvGrpSpPr>
        <p:cNvPr id="1" name=""/>
        <p:cNvGrpSpPr/>
        <p:nvPr/>
      </p:nvGrpSpPr>
      <p:grpSpPr>
        <a:xfrm>
          <a:off x="0" y="0"/>
          <a:ext cx="0" cy="0"/>
          <a:chOff x="0" y="0"/>
          <a:chExt cx="0" cy="0"/>
        </a:xfrm>
      </p:grpSpPr>
      <p:pic>
        <p:nvPicPr>
          <p:cNvPr id="58" name="图片 57"/>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48" name="图片占位符 47"/>
          <p:cNvSpPr>
            <a:spLocks noGrp="1"/>
          </p:cNvSpPr>
          <p:nvPr>
            <p:ph type="pic" sz="quarter" idx="31"/>
          </p:nvPr>
        </p:nvSpPr>
        <p:spPr>
          <a:xfrm>
            <a:off x="669868"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grpSp>
        <p:nvGrpSpPr>
          <p:cNvPr id="9" name="组合 8"/>
          <p:cNvGrpSpPr/>
          <p:nvPr userDrawn="1"/>
        </p:nvGrpSpPr>
        <p:grpSpPr>
          <a:xfrm>
            <a:off x="660400" y="344681"/>
            <a:ext cx="384771" cy="384771"/>
            <a:chOff x="669869" y="597306"/>
            <a:chExt cx="409972" cy="409973"/>
          </a:xfrm>
        </p:grpSpPr>
        <p:sp>
          <p:nvSpPr>
            <p:cNvPr id="10"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1"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3"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4" name="灯片编号占位符 7"/>
          <p:cNvSpPr>
            <a:spLocks noGrp="1"/>
          </p:cNvSpPr>
          <p:nvPr>
            <p:ph type="sldNum" sz="quarter" idx="28"/>
          </p:nvPr>
        </p:nvSpPr>
        <p:spPr>
          <a:xfrm>
            <a:off x="8775700" y="6235702"/>
            <a:ext cx="2743200" cy="365125"/>
          </a:xfrm>
        </p:spPr>
        <p:txBody>
          <a:bodyPr/>
          <a:lstStyle/>
          <a:p>
            <a:fld id="{C79ECAFE-A460-4E13-ABCB-32CAE6136244}" type="slidenum">
              <a:rPr lang="zh-CN" altLang="en-US" smtClean="0"/>
            </a:fld>
            <a:endParaRPr lang="zh-CN" altLang="en-US" dirty="0"/>
          </a:p>
        </p:txBody>
      </p:sp>
      <p:sp>
        <p:nvSpPr>
          <p:cNvPr id="15" name="文本框 14"/>
          <p:cNvSpPr txBox="1"/>
          <p:nvPr userDrawn="1"/>
        </p:nvSpPr>
        <p:spPr>
          <a:xfrm>
            <a:off x="4104640" y="852965"/>
            <a:ext cx="3982720" cy="1107996"/>
          </a:xfrm>
          <a:prstGeom prst="rect">
            <a:avLst/>
          </a:prstGeom>
          <a:noFill/>
        </p:spPr>
        <p:txBody>
          <a:bodyPr wrap="square" lIns="90000" rtlCol="0">
            <a:spAutoFit/>
          </a:bodyPr>
          <a:lstStyle/>
          <a:p>
            <a:pPr algn="ctr"/>
            <a:r>
              <a:rPr lang="en-US" altLang="zh-CN" sz="6600" i="1" dirty="0">
                <a:solidFill>
                  <a:schemeClr val="bg1">
                    <a:lumMod val="95000"/>
                  </a:schemeClr>
                </a:solidFill>
              </a:rPr>
              <a:t>Our team</a:t>
            </a:r>
            <a:endParaRPr lang="zh-CN" altLang="en-US" sz="6600" i="1" dirty="0">
              <a:solidFill>
                <a:schemeClr val="bg1">
                  <a:lumMod val="95000"/>
                </a:schemeClr>
              </a:solidFill>
            </a:endParaRPr>
          </a:p>
        </p:txBody>
      </p:sp>
      <p:sp>
        <p:nvSpPr>
          <p:cNvPr id="16" name="文本占位符 26"/>
          <p:cNvSpPr>
            <a:spLocks noGrp="1"/>
          </p:cNvSpPr>
          <p:nvPr>
            <p:ph type="body" sz="quarter" idx="29" hasCustomPrompt="1"/>
          </p:nvPr>
        </p:nvSpPr>
        <p:spPr>
          <a:xfrm>
            <a:off x="4104640" y="1593828"/>
            <a:ext cx="3982720" cy="584775"/>
          </a:xfrm>
        </p:spPr>
        <p:txBody>
          <a:bodyPr lIns="90000">
            <a:spAutoFit/>
          </a:bodyPr>
          <a:lstStyle>
            <a:lvl1pPr marL="0" indent="0" algn="ctr">
              <a:lnSpc>
                <a:spcPct val="100000"/>
              </a:lnSpc>
              <a:buNone/>
              <a:defRPr sz="3200" b="1">
                <a:solidFill>
                  <a:schemeClr val="accent1"/>
                </a:solidFill>
              </a:defRPr>
            </a:lvl1pPr>
          </a:lstStyle>
          <a:p>
            <a:pPr lvl="0"/>
            <a:r>
              <a:rPr lang="zh-CN" altLang="en-US" dirty="0"/>
              <a:t>请输入你的团队名</a:t>
            </a:r>
            <a:endParaRPr lang="zh-CN" altLang="en-US" dirty="0"/>
          </a:p>
        </p:txBody>
      </p:sp>
      <p:sp>
        <p:nvSpPr>
          <p:cNvPr id="17" name="文本占位符 28"/>
          <p:cNvSpPr>
            <a:spLocks noGrp="1"/>
          </p:cNvSpPr>
          <p:nvPr>
            <p:ph type="body" sz="quarter" idx="30" hasCustomPrompt="1"/>
          </p:nvPr>
        </p:nvSpPr>
        <p:spPr>
          <a:xfrm>
            <a:off x="682883" y="2295279"/>
            <a:ext cx="10826234" cy="425698"/>
          </a:xfrm>
        </p:spPr>
        <p:txBody>
          <a:bodyPr wrap="square" lIns="90000">
            <a:normAutofit/>
          </a:bodyPr>
          <a:lstStyle>
            <a:lvl1pPr marL="0" indent="0" algn="ctr">
              <a:buNone/>
              <a:defRPr sz="1800"/>
            </a:lvl1pPr>
          </a:lstStyle>
          <a:p>
            <a:pPr lvl="0"/>
            <a:r>
              <a:rPr lang="zh-CN" altLang="en-US" dirty="0"/>
              <a:t>请输入你的团队介绍</a:t>
            </a:r>
            <a:endParaRPr lang="zh-CN" altLang="en-US" dirty="0"/>
          </a:p>
        </p:txBody>
      </p:sp>
      <p:sp>
        <p:nvSpPr>
          <p:cNvPr id="33" name="文本占位符 11"/>
          <p:cNvSpPr>
            <a:spLocks noGrp="1"/>
          </p:cNvSpPr>
          <p:nvPr>
            <p:ph type="body" sz="quarter" idx="22" hasCustomPrompt="1"/>
          </p:nvPr>
        </p:nvSpPr>
        <p:spPr>
          <a:xfrm>
            <a:off x="660322" y="5732617"/>
            <a:ext cx="2712258" cy="400110"/>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34" name="文本占位符 11"/>
          <p:cNvSpPr>
            <a:spLocks noGrp="1"/>
          </p:cNvSpPr>
          <p:nvPr>
            <p:ph type="body" sz="quarter" idx="36" hasCustomPrompt="1"/>
          </p:nvPr>
        </p:nvSpPr>
        <p:spPr>
          <a:xfrm>
            <a:off x="660400"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1</a:t>
            </a:r>
            <a:endParaRPr lang="zh-CN" altLang="en-US" dirty="0"/>
          </a:p>
        </p:txBody>
      </p:sp>
      <p:sp>
        <p:nvSpPr>
          <p:cNvPr id="41" name="文本占位符 11"/>
          <p:cNvSpPr>
            <a:spLocks noGrp="1"/>
          </p:cNvSpPr>
          <p:nvPr>
            <p:ph type="body" sz="quarter" idx="37" hasCustomPrompt="1"/>
          </p:nvPr>
        </p:nvSpPr>
        <p:spPr>
          <a:xfrm>
            <a:off x="3382047" y="5732616"/>
            <a:ext cx="2712258" cy="401484"/>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42" name="文本占位符 11"/>
          <p:cNvSpPr>
            <a:spLocks noGrp="1"/>
          </p:cNvSpPr>
          <p:nvPr>
            <p:ph type="body" sz="quarter" idx="38" hasCustomPrompt="1"/>
          </p:nvPr>
        </p:nvSpPr>
        <p:spPr>
          <a:xfrm>
            <a:off x="3382125"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2</a:t>
            </a:r>
            <a:endParaRPr lang="zh-CN" altLang="en-US" dirty="0"/>
          </a:p>
        </p:txBody>
      </p:sp>
      <p:sp>
        <p:nvSpPr>
          <p:cNvPr id="43" name="文本占位符 11"/>
          <p:cNvSpPr>
            <a:spLocks noGrp="1"/>
          </p:cNvSpPr>
          <p:nvPr>
            <p:ph type="body" sz="quarter" idx="39" hasCustomPrompt="1"/>
          </p:nvPr>
        </p:nvSpPr>
        <p:spPr>
          <a:xfrm>
            <a:off x="6103772" y="5732616"/>
            <a:ext cx="2712258" cy="401484"/>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44" name="文本占位符 11"/>
          <p:cNvSpPr>
            <a:spLocks noGrp="1"/>
          </p:cNvSpPr>
          <p:nvPr>
            <p:ph type="body" sz="quarter" idx="40" hasCustomPrompt="1"/>
          </p:nvPr>
        </p:nvSpPr>
        <p:spPr>
          <a:xfrm>
            <a:off x="6103850"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3</a:t>
            </a:r>
            <a:endParaRPr lang="zh-CN" altLang="en-US" dirty="0"/>
          </a:p>
        </p:txBody>
      </p:sp>
      <p:sp>
        <p:nvSpPr>
          <p:cNvPr id="45" name="文本占位符 11"/>
          <p:cNvSpPr>
            <a:spLocks noGrp="1"/>
          </p:cNvSpPr>
          <p:nvPr>
            <p:ph type="body" sz="quarter" idx="41" hasCustomPrompt="1"/>
          </p:nvPr>
        </p:nvSpPr>
        <p:spPr>
          <a:xfrm>
            <a:off x="8825497" y="5732616"/>
            <a:ext cx="2693323" cy="400110"/>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46" name="文本占位符 11"/>
          <p:cNvSpPr>
            <a:spLocks noGrp="1"/>
          </p:cNvSpPr>
          <p:nvPr>
            <p:ph type="body" sz="quarter" idx="42" hasCustomPrompt="1"/>
          </p:nvPr>
        </p:nvSpPr>
        <p:spPr>
          <a:xfrm>
            <a:off x="8825575" y="5327590"/>
            <a:ext cx="2693323"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4</a:t>
            </a:r>
            <a:endParaRPr lang="zh-CN" altLang="en-US" dirty="0"/>
          </a:p>
        </p:txBody>
      </p:sp>
      <p:sp>
        <p:nvSpPr>
          <p:cNvPr id="55" name="图片占位符 54"/>
          <p:cNvSpPr>
            <a:spLocks noGrp="1"/>
          </p:cNvSpPr>
          <p:nvPr>
            <p:ph type="pic" sz="quarter" idx="43"/>
          </p:nvPr>
        </p:nvSpPr>
        <p:spPr>
          <a:xfrm>
            <a:off x="3382047"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56" name="图片占位符 55"/>
          <p:cNvSpPr>
            <a:spLocks noGrp="1"/>
          </p:cNvSpPr>
          <p:nvPr>
            <p:ph type="pic" sz="quarter" idx="44"/>
          </p:nvPr>
        </p:nvSpPr>
        <p:spPr>
          <a:xfrm>
            <a:off x="6094226"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57" name="图片占位符 56"/>
          <p:cNvSpPr>
            <a:spLocks noGrp="1"/>
          </p:cNvSpPr>
          <p:nvPr>
            <p:ph type="pic" sz="quarter" idx="45"/>
          </p:nvPr>
        </p:nvSpPr>
        <p:spPr>
          <a:xfrm>
            <a:off x="8806405"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cxnSp>
        <p:nvCxnSpPr>
          <p:cNvPr id="27" name="直接连接符 26"/>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主副标题）">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6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69" name="文本占位符 67"/>
          <p:cNvSpPr>
            <a:spLocks noGrp="1"/>
          </p:cNvSpPr>
          <p:nvPr>
            <p:ph type="body" sz="quarter" idx="12" hasCustomPrompt="1"/>
          </p:nvPr>
        </p:nvSpPr>
        <p:spPr>
          <a:xfrm>
            <a:off x="3950574" y="1119503"/>
            <a:ext cx="4290852" cy="585866"/>
          </a:xfrm>
          <a:prstGeom prst="rect">
            <a:avLst/>
          </a:prstGeom>
        </p:spPr>
        <p:txBody>
          <a:bodyPr lIns="90000" bIns="46800">
            <a:spAutoFit/>
          </a:bodyPr>
          <a:lstStyle>
            <a:lvl1pPr marL="0" indent="0" algn="ctr">
              <a:lnSpc>
                <a:spcPct val="100000"/>
              </a:lnSpc>
              <a:buNone/>
              <a:defRPr sz="3200" b="1">
                <a:solidFill>
                  <a:schemeClr val="accent1"/>
                </a:solidFill>
                <a:latin typeface="+mj-ea"/>
                <a:ea typeface="+mj-ea"/>
              </a:defRPr>
            </a:lvl1pPr>
          </a:lstStyle>
          <a:p>
            <a:pPr lvl="0"/>
            <a:r>
              <a:rPr lang="zh-CN" altLang="en-US" dirty="0"/>
              <a:t>请输入你的主标题</a:t>
            </a:r>
            <a:endParaRPr lang="zh-CN" altLang="en-US" dirty="0"/>
          </a:p>
        </p:txBody>
      </p:sp>
      <p:sp>
        <p:nvSpPr>
          <p:cNvPr id="72" name="文本占位符 67"/>
          <p:cNvSpPr>
            <a:spLocks noGrp="1"/>
          </p:cNvSpPr>
          <p:nvPr>
            <p:ph type="body" sz="quarter" idx="13" hasCustomPrompt="1"/>
          </p:nvPr>
        </p:nvSpPr>
        <p:spPr>
          <a:xfrm>
            <a:off x="3950574" y="1740158"/>
            <a:ext cx="4290852" cy="462755"/>
          </a:xfrm>
          <a:prstGeom prst="rect">
            <a:avLst/>
          </a:prstGeom>
        </p:spPr>
        <p:txBody>
          <a:bodyPr lIns="90000" bIns="46800">
            <a:spAutoFit/>
          </a:bodyPr>
          <a:lstStyle>
            <a:lvl1pPr marL="0" indent="0" algn="ctr">
              <a:lnSpc>
                <a:spcPct val="100000"/>
              </a:lnSpc>
              <a:buNone/>
              <a:defRPr sz="2400" b="1">
                <a:solidFill>
                  <a:schemeClr val="accent1"/>
                </a:solidFill>
                <a:latin typeface="+mj-ea"/>
                <a:ea typeface="+mj-ea"/>
              </a:defRPr>
            </a:lvl1pPr>
          </a:lstStyle>
          <a:p>
            <a:pPr lvl="0"/>
            <a:r>
              <a:rPr lang="zh-CN" altLang="en-US" dirty="0"/>
              <a:t>请输入你的副标题</a:t>
            </a:r>
            <a:endParaRPr lang="zh-CN" altLang="en-US" dirty="0"/>
          </a:p>
        </p:txBody>
      </p:sp>
      <p:sp>
        <p:nvSpPr>
          <p:cNvPr id="3" name="日期占位符 2"/>
          <p:cNvSpPr>
            <a:spLocks noGrp="1"/>
          </p:cNvSpPr>
          <p:nvPr>
            <p:ph type="dt" sz="half" idx="14"/>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5" name="灯片编号占位符 4"/>
          <p:cNvSpPr>
            <a:spLocks noGrp="1"/>
          </p:cNvSpPr>
          <p:nvPr>
            <p:ph type="sldNum" sz="quarter" idx="16"/>
          </p:nvPr>
        </p:nvSpPr>
        <p:spPr/>
        <p:txBody>
          <a:bodyPr/>
          <a:lstStyle/>
          <a:p>
            <a:fld id="{C79ECAFE-A460-4E13-ABCB-32CAE6136244}" type="slidenum">
              <a:rPr lang="zh-CN" altLang="en-US" smtClean="0"/>
            </a:fld>
            <a:endParaRPr lang="zh-CN" altLang="en-US" dirty="0"/>
          </a:p>
        </p:txBody>
      </p:sp>
      <p:grpSp>
        <p:nvGrpSpPr>
          <p:cNvPr id="18" name="组合 17"/>
          <p:cNvGrpSpPr/>
          <p:nvPr userDrawn="1"/>
        </p:nvGrpSpPr>
        <p:grpSpPr>
          <a:xfrm>
            <a:off x="660400" y="344681"/>
            <a:ext cx="384771" cy="384771"/>
            <a:chOff x="669869" y="597306"/>
            <a:chExt cx="409972" cy="409973"/>
          </a:xfrm>
        </p:grpSpPr>
        <p:sp>
          <p:nvSpPr>
            <p:cNvPr id="19"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0"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14" name="直接连接符 13"/>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图片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无主副标题）">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grpSp>
        <p:nvGrpSpPr>
          <p:cNvPr id="16" name="组合 15"/>
          <p:cNvGrpSpPr/>
          <p:nvPr userDrawn="1"/>
        </p:nvGrpSpPr>
        <p:grpSpPr>
          <a:xfrm>
            <a:off x="660400" y="344681"/>
            <a:ext cx="384771" cy="384771"/>
            <a:chOff x="669869" y="597306"/>
            <a:chExt cx="409972" cy="409973"/>
          </a:xfrm>
        </p:grpSpPr>
        <p:sp>
          <p:nvSpPr>
            <p:cNvPr id="17"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6"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1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14"/>
          </p:nvPr>
        </p:nvSpPr>
        <p:spPr/>
        <p:txBody>
          <a:bodyPr/>
          <a:lstStyle/>
          <a:p>
            <a:fld id="{C79ECAFE-A460-4E13-ABCB-32CAE6136244}" type="slidenum">
              <a:rPr lang="zh-CN" altLang="en-US" smtClean="0"/>
            </a:fld>
            <a:endParaRPr lang="zh-CN" altLang="en-US" dirty="0"/>
          </a:p>
        </p:txBody>
      </p:sp>
      <p:cxnSp>
        <p:nvCxnSpPr>
          <p:cNvPr id="12" name="直接连接符 11"/>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图文-1）">
    <p:spTree>
      <p:nvGrpSpPr>
        <p:cNvPr id="1" name=""/>
        <p:cNvGrpSpPr/>
        <p:nvPr/>
      </p:nvGrpSpPr>
      <p:grpSpPr>
        <a:xfrm>
          <a:off x="0" y="0"/>
          <a:ext cx="0" cy="0"/>
          <a:chOff x="0" y="0"/>
          <a:chExt cx="0" cy="0"/>
        </a:xfrm>
      </p:grpSpPr>
      <p:pic>
        <p:nvPicPr>
          <p:cNvPr id="28" name="图片 27"/>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61" name="椭圆 60"/>
          <p:cNvSpPr/>
          <p:nvPr userDrawn="1"/>
        </p:nvSpPr>
        <p:spPr>
          <a:xfrm>
            <a:off x="5194921"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62" name="椭圆 61"/>
          <p:cNvSpPr/>
          <p:nvPr userDrawn="1"/>
        </p:nvSpPr>
        <p:spPr>
          <a:xfrm>
            <a:off x="8999857"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0" name="椭圆 29"/>
          <p:cNvSpPr/>
          <p:nvPr userDrawn="1"/>
        </p:nvSpPr>
        <p:spPr>
          <a:xfrm>
            <a:off x="1389985"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4" name="图片占位符 53"/>
          <p:cNvSpPr>
            <a:spLocks noGrp="1"/>
          </p:cNvSpPr>
          <p:nvPr>
            <p:ph type="pic" sz="quarter" idx="12"/>
          </p:nvPr>
        </p:nvSpPr>
        <p:spPr>
          <a:xfrm>
            <a:off x="1437869"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defRPr/>
            </a:lvl1pPr>
          </a:lstStyle>
          <a:p>
            <a:endParaRPr lang="zh-CN" altLang="en-US" dirty="0"/>
          </a:p>
        </p:txBody>
      </p:sp>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29" name="矩形 28"/>
          <p:cNvSpPr/>
          <p:nvPr userDrawn="1"/>
        </p:nvSpPr>
        <p:spPr>
          <a:xfrm>
            <a:off x="660400"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2" name="矩形 31"/>
          <p:cNvSpPr/>
          <p:nvPr userDrawn="1"/>
        </p:nvSpPr>
        <p:spPr>
          <a:xfrm>
            <a:off x="8270272"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1" name="矩形 40"/>
          <p:cNvSpPr/>
          <p:nvPr userDrawn="1"/>
        </p:nvSpPr>
        <p:spPr>
          <a:xfrm>
            <a:off x="4465336"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9" name="图片占位符 58"/>
          <p:cNvSpPr>
            <a:spLocks noGrp="1"/>
          </p:cNvSpPr>
          <p:nvPr>
            <p:ph type="pic" sz="quarter" idx="13"/>
          </p:nvPr>
        </p:nvSpPr>
        <p:spPr>
          <a:xfrm>
            <a:off x="5242805"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defRPr/>
            </a:lvl1pPr>
          </a:lstStyle>
          <a:p>
            <a:endParaRPr lang="zh-CN" altLang="en-US" dirty="0"/>
          </a:p>
        </p:txBody>
      </p:sp>
      <p:sp>
        <p:nvSpPr>
          <p:cNvPr id="60" name="图片占位符 59"/>
          <p:cNvSpPr>
            <a:spLocks noGrp="1"/>
          </p:cNvSpPr>
          <p:nvPr>
            <p:ph type="pic" sz="quarter" idx="14"/>
          </p:nvPr>
        </p:nvSpPr>
        <p:spPr>
          <a:xfrm>
            <a:off x="9047741"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defRPr/>
            </a:lvl1pPr>
          </a:lstStyle>
          <a:p>
            <a:endParaRPr lang="zh-CN" altLang="en-US"/>
          </a:p>
        </p:txBody>
      </p:sp>
      <p:sp>
        <p:nvSpPr>
          <p:cNvPr id="63" name="文本占位符 8"/>
          <p:cNvSpPr>
            <a:spLocks noGrp="1"/>
          </p:cNvSpPr>
          <p:nvPr>
            <p:ph type="body" sz="quarter" idx="15" hasCustomPrompt="1"/>
          </p:nvPr>
        </p:nvSpPr>
        <p:spPr>
          <a:xfrm>
            <a:off x="943753"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66" name="文本占位符 11"/>
          <p:cNvSpPr>
            <a:spLocks noGrp="1"/>
          </p:cNvSpPr>
          <p:nvPr>
            <p:ph type="body" sz="quarter" idx="16" hasCustomPrompt="1"/>
          </p:nvPr>
        </p:nvSpPr>
        <p:spPr>
          <a:xfrm>
            <a:off x="822334"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67" name="文本占位符 8"/>
          <p:cNvSpPr>
            <a:spLocks noGrp="1"/>
          </p:cNvSpPr>
          <p:nvPr>
            <p:ph type="body" sz="quarter" idx="17" hasCustomPrompt="1"/>
          </p:nvPr>
        </p:nvSpPr>
        <p:spPr>
          <a:xfrm>
            <a:off x="4748689"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68" name="文本占位符 11"/>
          <p:cNvSpPr>
            <a:spLocks noGrp="1"/>
          </p:cNvSpPr>
          <p:nvPr>
            <p:ph type="body" sz="quarter" idx="18" hasCustomPrompt="1"/>
          </p:nvPr>
        </p:nvSpPr>
        <p:spPr>
          <a:xfrm>
            <a:off x="4627270"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69" name="文本占位符 8"/>
          <p:cNvSpPr>
            <a:spLocks noGrp="1"/>
          </p:cNvSpPr>
          <p:nvPr>
            <p:ph type="body" sz="quarter" idx="19" hasCustomPrompt="1"/>
          </p:nvPr>
        </p:nvSpPr>
        <p:spPr>
          <a:xfrm>
            <a:off x="8553625"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70" name="文本占位符 11"/>
          <p:cNvSpPr>
            <a:spLocks noGrp="1"/>
          </p:cNvSpPr>
          <p:nvPr>
            <p:ph type="body" sz="quarter" idx="20" hasCustomPrompt="1"/>
          </p:nvPr>
        </p:nvSpPr>
        <p:spPr>
          <a:xfrm>
            <a:off x="8432206"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3" name="日期占位符 2"/>
          <p:cNvSpPr>
            <a:spLocks noGrp="1"/>
          </p:cNvSpPr>
          <p:nvPr>
            <p:ph type="dt" sz="half" idx="21"/>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5" name="灯片编号占位符 4"/>
          <p:cNvSpPr>
            <a:spLocks noGrp="1"/>
          </p:cNvSpPr>
          <p:nvPr>
            <p:ph type="sldNum" sz="quarter" idx="23"/>
          </p:nvPr>
        </p:nvSpPr>
        <p:spPr/>
        <p:txBody>
          <a:bodyPr/>
          <a:lstStyle/>
          <a:p>
            <a:fld id="{C79ECAFE-A460-4E13-ABCB-32CAE6136244}" type="slidenum">
              <a:rPr lang="zh-CN" altLang="en-US" smtClean="0"/>
            </a:fld>
            <a:endParaRPr lang="zh-CN" altLang="en-US" dirty="0"/>
          </a:p>
        </p:txBody>
      </p:sp>
      <p:grpSp>
        <p:nvGrpSpPr>
          <p:cNvPr id="35" name="组合 34"/>
          <p:cNvGrpSpPr/>
          <p:nvPr userDrawn="1"/>
        </p:nvGrpSpPr>
        <p:grpSpPr>
          <a:xfrm>
            <a:off x="660400" y="344681"/>
            <a:ext cx="384771" cy="384771"/>
            <a:chOff x="669869" y="597306"/>
            <a:chExt cx="409972" cy="409973"/>
          </a:xfrm>
        </p:grpSpPr>
        <p:sp>
          <p:nvSpPr>
            <p:cNvPr id="36"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7"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8"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27" name="直接连接符 26"/>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1" name="图片 3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图文-2）">
    <p:spTree>
      <p:nvGrpSpPr>
        <p:cNvPr id="1" name=""/>
        <p:cNvGrpSpPr/>
        <p:nvPr/>
      </p:nvGrpSpPr>
      <p:grpSpPr>
        <a:xfrm>
          <a:off x="0" y="0"/>
          <a:ext cx="0" cy="0"/>
          <a:chOff x="0" y="0"/>
          <a:chExt cx="0" cy="0"/>
        </a:xfrm>
      </p:grpSpPr>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cxnSp>
        <p:nvCxnSpPr>
          <p:cNvPr id="28" name="直接连接符 27"/>
          <p:cNvCxnSpPr/>
          <p:nvPr userDrawn="1"/>
        </p:nvCxnSpPr>
        <p:spPr>
          <a:xfrm>
            <a:off x="669228" y="3632200"/>
            <a:ext cx="10858500" cy="0"/>
          </a:xfrm>
          <a:prstGeom prst="line">
            <a:avLst/>
          </a:prstGeom>
          <a:ln w="25400" cap="flat">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矩形 34"/>
          <p:cNvSpPr/>
          <p:nvPr userDrawn="1"/>
        </p:nvSpPr>
        <p:spPr>
          <a:xfrm>
            <a:off x="669228" y="1496583"/>
            <a:ext cx="2124544" cy="1785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userDrawn="1"/>
        </p:nvSpPr>
        <p:spPr>
          <a:xfrm>
            <a:off x="9394356" y="3984612"/>
            <a:ext cx="2124544" cy="1785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图片占位符 42"/>
          <p:cNvSpPr>
            <a:spLocks noGrp="1"/>
          </p:cNvSpPr>
          <p:nvPr>
            <p:ph type="pic" sz="quarter" idx="12"/>
          </p:nvPr>
        </p:nvSpPr>
        <p:spPr>
          <a:xfrm>
            <a:off x="726750" y="1536731"/>
            <a:ext cx="2009500" cy="1689041"/>
          </a:xfrm>
          <a:custGeom>
            <a:avLst/>
            <a:gdLst>
              <a:gd name="connsiteX0" fmla="*/ 0 w 2009500"/>
              <a:gd name="connsiteY0" fmla="*/ 0 h 1689041"/>
              <a:gd name="connsiteX1" fmla="*/ 2009500 w 2009500"/>
              <a:gd name="connsiteY1" fmla="*/ 0 h 1689041"/>
              <a:gd name="connsiteX2" fmla="*/ 2009500 w 2009500"/>
              <a:gd name="connsiteY2" fmla="*/ 1689041 h 1689041"/>
              <a:gd name="connsiteX3" fmla="*/ 0 w 2009500"/>
              <a:gd name="connsiteY3" fmla="*/ 1689041 h 1689041"/>
            </a:gdLst>
            <a:ahLst/>
            <a:cxnLst>
              <a:cxn ang="0">
                <a:pos x="connsiteX0" y="connsiteY0"/>
              </a:cxn>
              <a:cxn ang="0">
                <a:pos x="connsiteX1" y="connsiteY1"/>
              </a:cxn>
              <a:cxn ang="0">
                <a:pos x="connsiteX2" y="connsiteY2"/>
              </a:cxn>
              <a:cxn ang="0">
                <a:pos x="connsiteX3" y="connsiteY3"/>
              </a:cxn>
            </a:cxnLst>
            <a:rect l="l" t="t" r="r" b="b"/>
            <a:pathLst>
              <a:path w="2009500" h="1689041">
                <a:moveTo>
                  <a:pt x="0" y="0"/>
                </a:moveTo>
                <a:lnTo>
                  <a:pt x="2009500" y="0"/>
                </a:lnTo>
                <a:lnTo>
                  <a:pt x="2009500" y="1689041"/>
                </a:lnTo>
                <a:lnTo>
                  <a:pt x="0" y="1689041"/>
                </a:lnTo>
                <a:close/>
              </a:path>
            </a:pathLst>
          </a:custGeom>
        </p:spPr>
        <p:txBody>
          <a:bodyPr wrap="square">
            <a:noAutofit/>
          </a:bodyPr>
          <a:lstStyle/>
          <a:p>
            <a:endParaRPr lang="zh-CN" altLang="en-US" dirty="0"/>
          </a:p>
        </p:txBody>
      </p:sp>
      <p:sp>
        <p:nvSpPr>
          <p:cNvPr id="44" name="图片占位符 43"/>
          <p:cNvSpPr>
            <a:spLocks noGrp="1"/>
          </p:cNvSpPr>
          <p:nvPr>
            <p:ph type="pic" sz="quarter" idx="13"/>
          </p:nvPr>
        </p:nvSpPr>
        <p:spPr>
          <a:xfrm>
            <a:off x="9451878" y="4032961"/>
            <a:ext cx="2009500" cy="1689041"/>
          </a:xfrm>
          <a:custGeom>
            <a:avLst/>
            <a:gdLst>
              <a:gd name="connsiteX0" fmla="*/ 0 w 2009500"/>
              <a:gd name="connsiteY0" fmla="*/ 0 h 1689041"/>
              <a:gd name="connsiteX1" fmla="*/ 2009500 w 2009500"/>
              <a:gd name="connsiteY1" fmla="*/ 0 h 1689041"/>
              <a:gd name="connsiteX2" fmla="*/ 2009500 w 2009500"/>
              <a:gd name="connsiteY2" fmla="*/ 1689041 h 1689041"/>
              <a:gd name="connsiteX3" fmla="*/ 0 w 2009500"/>
              <a:gd name="connsiteY3" fmla="*/ 1689041 h 1689041"/>
            </a:gdLst>
            <a:ahLst/>
            <a:cxnLst>
              <a:cxn ang="0">
                <a:pos x="connsiteX0" y="connsiteY0"/>
              </a:cxn>
              <a:cxn ang="0">
                <a:pos x="connsiteX1" y="connsiteY1"/>
              </a:cxn>
              <a:cxn ang="0">
                <a:pos x="connsiteX2" y="connsiteY2"/>
              </a:cxn>
              <a:cxn ang="0">
                <a:pos x="connsiteX3" y="connsiteY3"/>
              </a:cxn>
            </a:cxnLst>
            <a:rect l="l" t="t" r="r" b="b"/>
            <a:pathLst>
              <a:path w="2009500" h="1689041">
                <a:moveTo>
                  <a:pt x="0" y="0"/>
                </a:moveTo>
                <a:lnTo>
                  <a:pt x="2009500" y="0"/>
                </a:lnTo>
                <a:lnTo>
                  <a:pt x="2009500" y="1689041"/>
                </a:lnTo>
                <a:lnTo>
                  <a:pt x="0" y="1689041"/>
                </a:lnTo>
                <a:close/>
              </a:path>
            </a:pathLst>
          </a:custGeom>
        </p:spPr>
        <p:txBody>
          <a:bodyPr wrap="square">
            <a:noAutofit/>
          </a:bodyPr>
          <a:lstStyle/>
          <a:p>
            <a:endParaRPr lang="zh-CN" altLang="en-US" dirty="0"/>
          </a:p>
        </p:txBody>
      </p:sp>
      <p:sp>
        <p:nvSpPr>
          <p:cNvPr id="5" name="文本占位符 4"/>
          <p:cNvSpPr>
            <a:spLocks noGrp="1"/>
          </p:cNvSpPr>
          <p:nvPr>
            <p:ph type="body" sz="quarter" idx="14" hasCustomPrompt="1"/>
          </p:nvPr>
        </p:nvSpPr>
        <p:spPr>
          <a:xfrm>
            <a:off x="3246271" y="1535879"/>
            <a:ext cx="2793341" cy="461962"/>
          </a:xfrm>
          <a:prstGeom prst="rect">
            <a:avLst/>
          </a:prstGeom>
        </p:spPr>
        <p:txBody>
          <a:bodyPr lIns="0">
            <a:normAutofit/>
          </a:bodyPr>
          <a:lstStyle>
            <a:lvl1pPr marL="0" indent="0">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5" name="文本占位符 4"/>
          <p:cNvSpPr>
            <a:spLocks noGrp="1"/>
          </p:cNvSpPr>
          <p:nvPr>
            <p:ph type="body" sz="quarter" idx="15" hasCustomPrompt="1"/>
          </p:nvPr>
        </p:nvSpPr>
        <p:spPr>
          <a:xfrm>
            <a:off x="6148516" y="4025048"/>
            <a:ext cx="2793341" cy="461962"/>
          </a:xfrm>
          <a:prstGeom prst="rect">
            <a:avLst/>
          </a:prstGeom>
        </p:spPr>
        <p:txBody>
          <a:bodyPr lIns="90000" rIns="0">
            <a:normAutofit/>
          </a:bodyPr>
          <a:lstStyle>
            <a:lvl1pPr marL="0" indent="0" algn="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6" name="文本占位符 11"/>
          <p:cNvSpPr>
            <a:spLocks noGrp="1"/>
          </p:cNvSpPr>
          <p:nvPr>
            <p:ph type="body" sz="quarter" idx="18" hasCustomPrompt="1"/>
          </p:nvPr>
        </p:nvSpPr>
        <p:spPr>
          <a:xfrm>
            <a:off x="3246271" y="2153813"/>
            <a:ext cx="8272629" cy="646331"/>
          </a:xfrm>
          <a:prstGeom prst="rect">
            <a:avLst/>
          </a:prstGeom>
        </p:spPr>
        <p:txBody>
          <a:bodyPr lIns="0">
            <a:noAutofit/>
          </a:bodyPr>
          <a:lstStyle>
            <a:lvl1pPr marL="0" indent="0" algn="l">
              <a:lnSpc>
                <a:spcPct val="130000"/>
              </a:lnSpc>
              <a:buNone/>
              <a:defRPr sz="1800"/>
            </a:lvl1pPr>
          </a:lstStyle>
          <a:p>
            <a:pPr lvl="0"/>
            <a:r>
              <a:rPr lang="zh-CN" altLang="en-US" dirty="0"/>
              <a:t>请输入你的内容</a:t>
            </a:r>
            <a:endParaRPr lang="zh-CN" altLang="en-US" dirty="0"/>
          </a:p>
        </p:txBody>
      </p:sp>
      <p:sp>
        <p:nvSpPr>
          <p:cNvPr id="47" name="文本占位符 11"/>
          <p:cNvSpPr>
            <a:spLocks noGrp="1"/>
          </p:cNvSpPr>
          <p:nvPr>
            <p:ph type="body" sz="quarter" idx="19" hasCustomPrompt="1"/>
          </p:nvPr>
        </p:nvSpPr>
        <p:spPr>
          <a:xfrm>
            <a:off x="669228" y="4619089"/>
            <a:ext cx="8272629" cy="646331"/>
          </a:xfrm>
          <a:prstGeom prst="rect">
            <a:avLst/>
          </a:prstGeom>
        </p:spPr>
        <p:txBody>
          <a:bodyPr lIns="90000" rIns="0">
            <a:noAutofit/>
          </a:bodyPr>
          <a:lstStyle>
            <a:lvl1pPr marL="0" indent="0" algn="r">
              <a:lnSpc>
                <a:spcPct val="130000"/>
              </a:lnSpc>
              <a:buNone/>
              <a:defRPr sz="1800"/>
            </a:lvl1pPr>
          </a:lstStyle>
          <a:p>
            <a:pPr lvl="0"/>
            <a:r>
              <a:rPr lang="zh-CN" altLang="en-US" dirty="0"/>
              <a:t>请输入你的内容</a:t>
            </a:r>
            <a:endParaRPr lang="zh-CN" altLang="en-US" dirty="0"/>
          </a:p>
        </p:txBody>
      </p:sp>
      <p:sp>
        <p:nvSpPr>
          <p:cNvPr id="3" name="日期占位符 2"/>
          <p:cNvSpPr>
            <a:spLocks noGrp="1"/>
          </p:cNvSpPr>
          <p:nvPr>
            <p:ph type="dt" sz="half" idx="20"/>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22"/>
          </p:nvPr>
        </p:nvSpPr>
        <p:spPr/>
        <p:txBody>
          <a:bodyPr/>
          <a:lstStyle/>
          <a:p>
            <a:fld id="{C79ECAFE-A460-4E13-ABCB-32CAE6136244}" type="slidenum">
              <a:rPr lang="zh-CN" altLang="en-US" smtClean="0"/>
            </a:fld>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6"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21" name="直接连接符 20"/>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图文-3）">
    <p:spTree>
      <p:nvGrpSpPr>
        <p:cNvPr id="1" name=""/>
        <p:cNvGrpSpPr/>
        <p:nvPr/>
      </p:nvGrpSpPr>
      <p:grpSpPr>
        <a:xfrm>
          <a:off x="0" y="0"/>
          <a:ext cx="0" cy="0"/>
          <a:chOff x="0" y="0"/>
          <a:chExt cx="0" cy="0"/>
        </a:xfrm>
      </p:grpSpPr>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14" name="图片占位符 13"/>
          <p:cNvSpPr>
            <a:spLocks noGrp="1"/>
          </p:cNvSpPr>
          <p:nvPr>
            <p:ph type="pic" sz="quarter" idx="12"/>
          </p:nvPr>
        </p:nvSpPr>
        <p:spPr>
          <a:xfrm>
            <a:off x="660402" y="2447962"/>
            <a:ext cx="4420885" cy="3686138"/>
          </a:xfrm>
          <a:custGeom>
            <a:avLst/>
            <a:gdLst>
              <a:gd name="connsiteX0" fmla="*/ 0 w 4420885"/>
              <a:gd name="connsiteY0" fmla="*/ 0 h 3686138"/>
              <a:gd name="connsiteX1" fmla="*/ 4420885 w 4420885"/>
              <a:gd name="connsiteY1" fmla="*/ 0 h 3686138"/>
              <a:gd name="connsiteX2" fmla="*/ 4420885 w 4420885"/>
              <a:gd name="connsiteY2" fmla="*/ 3686138 h 3686138"/>
              <a:gd name="connsiteX3" fmla="*/ 0 w 4420885"/>
              <a:gd name="connsiteY3" fmla="*/ 3686138 h 3686138"/>
            </a:gdLst>
            <a:ahLst/>
            <a:cxnLst>
              <a:cxn ang="0">
                <a:pos x="connsiteX0" y="connsiteY0"/>
              </a:cxn>
              <a:cxn ang="0">
                <a:pos x="connsiteX1" y="connsiteY1"/>
              </a:cxn>
              <a:cxn ang="0">
                <a:pos x="connsiteX2" y="connsiteY2"/>
              </a:cxn>
              <a:cxn ang="0">
                <a:pos x="connsiteX3" y="connsiteY3"/>
              </a:cxn>
            </a:cxnLst>
            <a:rect l="l" t="t" r="r" b="b"/>
            <a:pathLst>
              <a:path w="4420885" h="3686138">
                <a:moveTo>
                  <a:pt x="0" y="0"/>
                </a:moveTo>
                <a:lnTo>
                  <a:pt x="4420885" y="0"/>
                </a:lnTo>
                <a:lnTo>
                  <a:pt x="4420885" y="3686138"/>
                </a:lnTo>
                <a:lnTo>
                  <a:pt x="0" y="3686138"/>
                </a:lnTo>
                <a:close/>
              </a:path>
            </a:pathLst>
          </a:custGeom>
        </p:spPr>
        <p:txBody>
          <a:bodyPr wrap="square">
            <a:noAutofit/>
          </a:bodyPr>
          <a:lstStyle/>
          <a:p>
            <a:endParaRPr lang="zh-CN" altLang="en-US"/>
          </a:p>
        </p:txBody>
      </p:sp>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任意多边形: 形状 15"/>
          <p:cNvSpPr/>
          <p:nvPr userDrawn="1"/>
        </p:nvSpPr>
        <p:spPr>
          <a:xfrm>
            <a:off x="5162118" y="2447964"/>
            <a:ext cx="3154730" cy="1802652"/>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userDrawn="1"/>
        </p:nvSpPr>
        <p:spPr>
          <a:xfrm>
            <a:off x="8397680" y="2447964"/>
            <a:ext cx="3154731" cy="1802652"/>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userDrawn="1"/>
        </p:nvSpPr>
        <p:spPr>
          <a:xfrm>
            <a:off x="5162118" y="4331447"/>
            <a:ext cx="3154730" cy="1802654"/>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8" name="任意多边形: 形状 27"/>
          <p:cNvSpPr/>
          <p:nvPr userDrawn="1"/>
        </p:nvSpPr>
        <p:spPr>
          <a:xfrm>
            <a:off x="8397680" y="4331447"/>
            <a:ext cx="3154731" cy="1802654"/>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3" hasCustomPrompt="1"/>
          </p:nvPr>
        </p:nvSpPr>
        <p:spPr>
          <a:xfrm>
            <a:off x="5398522" y="2612248"/>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12" name="文本占位符 11"/>
          <p:cNvSpPr>
            <a:spLocks noGrp="1"/>
          </p:cNvSpPr>
          <p:nvPr>
            <p:ph type="body" sz="quarter" idx="14" hasCustomPrompt="1"/>
          </p:nvPr>
        </p:nvSpPr>
        <p:spPr>
          <a:xfrm>
            <a:off x="5277103" y="3336053"/>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46" name="文本占位符 8"/>
          <p:cNvSpPr>
            <a:spLocks noGrp="1"/>
          </p:cNvSpPr>
          <p:nvPr>
            <p:ph type="body" sz="quarter" idx="15" hasCustomPrompt="1"/>
          </p:nvPr>
        </p:nvSpPr>
        <p:spPr>
          <a:xfrm>
            <a:off x="8634084" y="2612248"/>
            <a:ext cx="2681922" cy="461665"/>
          </a:xfrm>
          <a:prstGeom prst="rect">
            <a:avLst/>
          </a:prstGeom>
        </p:spPr>
        <p:txBody>
          <a:bodyPr wrap="square">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7" name="文本占位符 11"/>
          <p:cNvSpPr>
            <a:spLocks noGrp="1"/>
          </p:cNvSpPr>
          <p:nvPr>
            <p:ph type="body" sz="quarter" idx="16" hasCustomPrompt="1"/>
          </p:nvPr>
        </p:nvSpPr>
        <p:spPr>
          <a:xfrm>
            <a:off x="8512665" y="3336053"/>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48" name="文本占位符 8"/>
          <p:cNvSpPr>
            <a:spLocks noGrp="1"/>
          </p:cNvSpPr>
          <p:nvPr>
            <p:ph type="body" sz="quarter" idx="17" hasCustomPrompt="1"/>
          </p:nvPr>
        </p:nvSpPr>
        <p:spPr>
          <a:xfrm>
            <a:off x="8634084" y="4499120"/>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9" name="文本占位符 11"/>
          <p:cNvSpPr>
            <a:spLocks noGrp="1"/>
          </p:cNvSpPr>
          <p:nvPr>
            <p:ph type="body" sz="quarter" idx="18" hasCustomPrompt="1"/>
          </p:nvPr>
        </p:nvSpPr>
        <p:spPr>
          <a:xfrm>
            <a:off x="8512665" y="5222925"/>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50" name="文本占位符 8"/>
          <p:cNvSpPr>
            <a:spLocks noGrp="1"/>
          </p:cNvSpPr>
          <p:nvPr>
            <p:ph type="body" sz="quarter" idx="19" hasCustomPrompt="1"/>
          </p:nvPr>
        </p:nvSpPr>
        <p:spPr>
          <a:xfrm>
            <a:off x="5398522" y="4499120"/>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51" name="文本占位符 11"/>
          <p:cNvSpPr>
            <a:spLocks noGrp="1"/>
          </p:cNvSpPr>
          <p:nvPr>
            <p:ph type="body" sz="quarter" idx="20" hasCustomPrompt="1"/>
          </p:nvPr>
        </p:nvSpPr>
        <p:spPr>
          <a:xfrm>
            <a:off x="5277103" y="5222925"/>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52" name="文本占位符 11"/>
          <p:cNvSpPr>
            <a:spLocks noGrp="1"/>
          </p:cNvSpPr>
          <p:nvPr>
            <p:ph type="body" sz="quarter" idx="21" hasCustomPrompt="1"/>
          </p:nvPr>
        </p:nvSpPr>
        <p:spPr>
          <a:xfrm>
            <a:off x="660400" y="1337587"/>
            <a:ext cx="10858500" cy="735563"/>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24"/>
          </p:nvPr>
        </p:nvSpPr>
        <p:spPr/>
        <p:txBody>
          <a:bodyPr/>
          <a:lstStyle/>
          <a:p>
            <a:fld id="{C79ECAFE-A460-4E13-ABCB-32CAE6136244}" type="slidenum">
              <a:rPr lang="zh-CN" altLang="en-US" smtClean="0"/>
            </a:fld>
            <a:endParaRPr lang="zh-CN" altLang="en-US" dirty="0"/>
          </a:p>
        </p:txBody>
      </p:sp>
      <p:cxnSp>
        <p:nvCxnSpPr>
          <p:cNvPr id="26" name="直接连接符 25"/>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7" name="图片 2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图文-4）">
    <p:spTree>
      <p:nvGrpSpPr>
        <p:cNvPr id="1" name=""/>
        <p:cNvGrpSpPr/>
        <p:nvPr/>
      </p:nvGrpSpPr>
      <p:grpSpPr>
        <a:xfrm>
          <a:off x="0" y="0"/>
          <a:ext cx="0" cy="0"/>
          <a:chOff x="0" y="0"/>
          <a:chExt cx="0" cy="0"/>
        </a:xfrm>
      </p:grpSpPr>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14" name="图片占位符 13"/>
          <p:cNvSpPr>
            <a:spLocks noGrp="1"/>
          </p:cNvSpPr>
          <p:nvPr>
            <p:ph type="pic" sz="quarter" idx="12"/>
          </p:nvPr>
        </p:nvSpPr>
        <p:spPr>
          <a:xfrm>
            <a:off x="660402" y="1585023"/>
            <a:ext cx="5984238" cy="4554593"/>
          </a:xfrm>
          <a:custGeom>
            <a:avLst/>
            <a:gdLst>
              <a:gd name="connsiteX0" fmla="*/ 0 w 4420885"/>
              <a:gd name="connsiteY0" fmla="*/ 0 h 3686138"/>
              <a:gd name="connsiteX1" fmla="*/ 4420885 w 4420885"/>
              <a:gd name="connsiteY1" fmla="*/ 0 h 3686138"/>
              <a:gd name="connsiteX2" fmla="*/ 4420885 w 4420885"/>
              <a:gd name="connsiteY2" fmla="*/ 3686138 h 3686138"/>
              <a:gd name="connsiteX3" fmla="*/ 0 w 4420885"/>
              <a:gd name="connsiteY3" fmla="*/ 3686138 h 3686138"/>
            </a:gdLst>
            <a:ahLst/>
            <a:cxnLst>
              <a:cxn ang="0">
                <a:pos x="connsiteX0" y="connsiteY0"/>
              </a:cxn>
              <a:cxn ang="0">
                <a:pos x="connsiteX1" y="connsiteY1"/>
              </a:cxn>
              <a:cxn ang="0">
                <a:pos x="connsiteX2" y="connsiteY2"/>
              </a:cxn>
              <a:cxn ang="0">
                <a:pos x="connsiteX3" y="connsiteY3"/>
              </a:cxn>
            </a:cxnLst>
            <a:rect l="l" t="t" r="r" b="b"/>
            <a:pathLst>
              <a:path w="4420885" h="3686138">
                <a:moveTo>
                  <a:pt x="0" y="0"/>
                </a:moveTo>
                <a:lnTo>
                  <a:pt x="4420885" y="0"/>
                </a:lnTo>
                <a:lnTo>
                  <a:pt x="4420885" y="3686138"/>
                </a:lnTo>
                <a:lnTo>
                  <a:pt x="0" y="3686138"/>
                </a:lnTo>
                <a:close/>
              </a:path>
            </a:pathLst>
          </a:custGeom>
        </p:spPr>
        <p:txBody>
          <a:bodyPr wrap="square">
            <a:noAutofit/>
          </a:bodyPr>
          <a:lstStyle/>
          <a:p>
            <a:endParaRPr lang="zh-CN" altLang="en-US" dirty="0"/>
          </a:p>
        </p:txBody>
      </p:sp>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任意多边形: 形状 15"/>
          <p:cNvSpPr/>
          <p:nvPr userDrawn="1"/>
        </p:nvSpPr>
        <p:spPr>
          <a:xfrm>
            <a:off x="6644640" y="1585023"/>
            <a:ext cx="4874260" cy="4554589"/>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3" hasCustomPrompt="1"/>
          </p:nvPr>
        </p:nvSpPr>
        <p:spPr>
          <a:xfrm>
            <a:off x="7031469" y="1815023"/>
            <a:ext cx="2969058" cy="461665"/>
          </a:xfrm>
          <a:prstGeom prst="rect">
            <a:avLst/>
          </a:prstGeom>
        </p:spPr>
        <p:txBody>
          <a:bodyPr wrap="square" lIns="0">
            <a:spAutoFit/>
          </a:bodyPr>
          <a:lstStyle>
            <a:lvl1pPr marL="0" indent="0" algn="l">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12" name="文本占位符 11"/>
          <p:cNvSpPr>
            <a:spLocks noGrp="1"/>
          </p:cNvSpPr>
          <p:nvPr>
            <p:ph type="body" sz="quarter" idx="14" hasCustomPrompt="1"/>
          </p:nvPr>
        </p:nvSpPr>
        <p:spPr>
          <a:xfrm>
            <a:off x="7454095" y="2864776"/>
            <a:ext cx="3773347" cy="859337"/>
          </a:xfrm>
          <a:prstGeom prst="rect">
            <a:avLst/>
          </a:prstGeom>
        </p:spPr>
        <p:txBody>
          <a:bodyPr lIns="0" tIns="0" rIns="90000" bIns="46800">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800"/>
            </a:lvl1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24"/>
          </p:nvPr>
        </p:nvSpPr>
        <p:spPr/>
        <p:txBody>
          <a:bodyPr/>
          <a:lstStyle/>
          <a:p>
            <a:fld id="{C79ECAFE-A460-4E13-ABCB-32CAE6136244}" type="slidenum">
              <a:rPr lang="zh-CN" altLang="en-US" smtClean="0"/>
            </a:fld>
            <a:endParaRPr lang="zh-CN" altLang="en-US" dirty="0"/>
          </a:p>
        </p:txBody>
      </p:sp>
      <p:sp>
        <p:nvSpPr>
          <p:cNvPr id="2" name="矩形 1"/>
          <p:cNvSpPr/>
          <p:nvPr userDrawn="1"/>
        </p:nvSpPr>
        <p:spPr>
          <a:xfrm>
            <a:off x="7031469" y="2473505"/>
            <a:ext cx="864000" cy="96290"/>
          </a:xfrm>
          <a:prstGeom prst="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文本占位符 11"/>
          <p:cNvSpPr>
            <a:spLocks noGrp="1"/>
          </p:cNvSpPr>
          <p:nvPr>
            <p:ph type="body" sz="quarter" idx="25" hasCustomPrompt="1"/>
          </p:nvPr>
        </p:nvSpPr>
        <p:spPr>
          <a:xfrm>
            <a:off x="7454095" y="392434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sp>
        <p:nvSpPr>
          <p:cNvPr id="36" name="文本占位符 11"/>
          <p:cNvSpPr>
            <a:spLocks noGrp="1"/>
          </p:cNvSpPr>
          <p:nvPr>
            <p:ph type="body" sz="quarter" idx="26" hasCustomPrompt="1"/>
          </p:nvPr>
        </p:nvSpPr>
        <p:spPr>
          <a:xfrm>
            <a:off x="7454095" y="498391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cxnSp>
        <p:nvCxnSpPr>
          <p:cNvPr id="21" name="直接连接符 20"/>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图文-5）">
    <p:spTree>
      <p:nvGrpSpPr>
        <p:cNvPr id="1" name=""/>
        <p:cNvGrpSpPr/>
        <p:nvPr/>
      </p:nvGrpSpPr>
      <p:grpSpPr>
        <a:xfrm>
          <a:off x="0" y="0"/>
          <a:ext cx="0" cy="0"/>
          <a:chOff x="0" y="0"/>
          <a:chExt cx="0" cy="0"/>
        </a:xfrm>
      </p:grpSpPr>
      <p:sp>
        <p:nvSpPr>
          <p:cNvPr id="63" name="图片占位符 62"/>
          <p:cNvSpPr>
            <a:spLocks noGrp="1"/>
          </p:cNvSpPr>
          <p:nvPr>
            <p:ph type="pic" sz="quarter" idx="27"/>
          </p:nvPr>
        </p:nvSpPr>
        <p:spPr>
          <a:xfrm>
            <a:off x="660404" y="1585023"/>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64" name="图片占位符 63"/>
          <p:cNvSpPr>
            <a:spLocks noGrp="1"/>
          </p:cNvSpPr>
          <p:nvPr>
            <p:ph type="pic" sz="quarter" idx="28"/>
          </p:nvPr>
        </p:nvSpPr>
        <p:spPr>
          <a:xfrm>
            <a:off x="3696741" y="1585023"/>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65" name="图片占位符 64"/>
          <p:cNvSpPr>
            <a:spLocks noGrp="1"/>
          </p:cNvSpPr>
          <p:nvPr>
            <p:ph type="pic" sz="quarter" idx="29"/>
          </p:nvPr>
        </p:nvSpPr>
        <p:spPr>
          <a:xfrm>
            <a:off x="660404" y="3895974"/>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66" name="图片占位符 65"/>
          <p:cNvSpPr>
            <a:spLocks noGrp="1"/>
          </p:cNvSpPr>
          <p:nvPr>
            <p:ph type="pic" sz="quarter" idx="30"/>
          </p:nvPr>
        </p:nvSpPr>
        <p:spPr>
          <a:xfrm>
            <a:off x="3696741" y="3895974"/>
            <a:ext cx="2947899"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任意多边形: 形状 15"/>
          <p:cNvSpPr/>
          <p:nvPr userDrawn="1"/>
        </p:nvSpPr>
        <p:spPr>
          <a:xfrm>
            <a:off x="6644640" y="1585023"/>
            <a:ext cx="4874260" cy="4554589"/>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3" hasCustomPrompt="1"/>
          </p:nvPr>
        </p:nvSpPr>
        <p:spPr>
          <a:xfrm>
            <a:off x="7031469" y="1815023"/>
            <a:ext cx="2969058" cy="461665"/>
          </a:xfrm>
          <a:prstGeom prst="rect">
            <a:avLst/>
          </a:prstGeom>
        </p:spPr>
        <p:txBody>
          <a:bodyPr wrap="square" lIns="0">
            <a:spAutoFit/>
          </a:bodyPr>
          <a:lstStyle>
            <a:lvl1pPr marL="0" indent="0" algn="l">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12" name="文本占位符 11"/>
          <p:cNvSpPr>
            <a:spLocks noGrp="1"/>
          </p:cNvSpPr>
          <p:nvPr>
            <p:ph type="body" sz="quarter" idx="14" hasCustomPrompt="1"/>
          </p:nvPr>
        </p:nvSpPr>
        <p:spPr>
          <a:xfrm>
            <a:off x="7454095" y="2864776"/>
            <a:ext cx="3773347" cy="859337"/>
          </a:xfrm>
          <a:prstGeom prst="rect">
            <a:avLst/>
          </a:prstGeom>
        </p:spPr>
        <p:txBody>
          <a:bodyPr lIns="0" tIns="0" rIns="90000" bIns="46800">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800"/>
            </a:lvl1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24"/>
          </p:nvPr>
        </p:nvSpPr>
        <p:spPr/>
        <p:txBody>
          <a:bodyPr/>
          <a:lstStyle/>
          <a:p>
            <a:fld id="{C79ECAFE-A460-4E13-ABCB-32CAE6136244}" type="slidenum">
              <a:rPr lang="zh-CN" altLang="en-US" smtClean="0"/>
            </a:fld>
            <a:endParaRPr lang="zh-CN" altLang="en-US" dirty="0"/>
          </a:p>
        </p:txBody>
      </p:sp>
      <p:sp>
        <p:nvSpPr>
          <p:cNvPr id="2" name="矩形 1"/>
          <p:cNvSpPr/>
          <p:nvPr userDrawn="1"/>
        </p:nvSpPr>
        <p:spPr>
          <a:xfrm>
            <a:off x="7031469" y="2473505"/>
            <a:ext cx="864000" cy="96290"/>
          </a:xfrm>
          <a:prstGeom prst="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文本占位符 11"/>
          <p:cNvSpPr>
            <a:spLocks noGrp="1"/>
          </p:cNvSpPr>
          <p:nvPr>
            <p:ph type="body" sz="quarter" idx="25" hasCustomPrompt="1"/>
          </p:nvPr>
        </p:nvSpPr>
        <p:spPr>
          <a:xfrm>
            <a:off x="7454095" y="392434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sp>
        <p:nvSpPr>
          <p:cNvPr id="36" name="文本占位符 11"/>
          <p:cNvSpPr>
            <a:spLocks noGrp="1"/>
          </p:cNvSpPr>
          <p:nvPr>
            <p:ph type="body" sz="quarter" idx="26" hasCustomPrompt="1"/>
          </p:nvPr>
        </p:nvSpPr>
        <p:spPr>
          <a:xfrm>
            <a:off x="7454095" y="498391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cxnSp>
        <p:nvCxnSpPr>
          <p:cNvPr id="22" name="直接连接符 21"/>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18" name="图片 17" descr="图片包含 树, 户外, 建筑物, 道路&#10;&#10;自动生成的说明"/>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7878" r="35125" b="7878"/>
          <a:stretch>
            <a:fillRect/>
          </a:stretch>
        </p:blipFill>
        <p:spPr>
          <a:xfrm>
            <a:off x="4282440" y="0"/>
            <a:ext cx="7909560" cy="6858000"/>
          </a:xfrm>
          <a:prstGeom prst="rect">
            <a:avLst/>
          </a:prstGeom>
        </p:spPr>
      </p:pic>
      <p:sp>
        <p:nvSpPr>
          <p:cNvPr id="19" name="矩形 18"/>
          <p:cNvSpPr/>
          <p:nvPr userDrawn="1"/>
        </p:nvSpPr>
        <p:spPr>
          <a:xfrm>
            <a:off x="0" y="0"/>
            <a:ext cx="12192000" cy="6858000"/>
          </a:xfrm>
          <a:prstGeom prst="rect">
            <a:avLst/>
          </a:prstGeom>
          <a:gradFill flip="none" rotWithShape="1">
            <a:gsLst>
              <a:gs pos="32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p:cNvSpPr/>
          <p:nvPr userDrawn="1"/>
        </p:nvSpPr>
        <p:spPr>
          <a:xfrm>
            <a:off x="0" y="0"/>
            <a:ext cx="12192000" cy="6858000"/>
          </a:xfrm>
          <a:prstGeom prst="rect">
            <a:avLst/>
          </a:prstGeom>
          <a:blipFill dpi="0" rotWithShape="1">
            <a:blip r:embed="rId3">
              <a:alphaModFix amt="5000"/>
            </a:blip>
            <a:srcRect/>
            <a:tile tx="0" ty="0" sx="100000" sy="100000" flip="none" algn="tl"/>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图片 48" descr="图片包含 树, 户外, 建筑物, 道路&#10;&#10;自动生成的说明"/>
          <p:cNvPicPr>
            <a:picLocks noChangeAspect="1"/>
          </p:cNvPicPr>
          <p:nvPr userDrawn="1"/>
        </p:nvPicPr>
        <p:blipFill rotWithShape="1">
          <a:blip r:embed="rId2">
            <a:extLst>
              <a:ext uri="{28A0092B-C50C-407E-A947-70E740481C1C}">
                <a14:useLocalDpi xmlns:a14="http://schemas.microsoft.com/office/drawing/2010/main" val="0"/>
              </a:ext>
            </a:extLst>
          </a:blip>
          <a:srcRect l="7353" t="7878" r="35125" b="7878"/>
          <a:stretch>
            <a:fillRect/>
          </a:stretch>
        </p:blipFill>
        <p:spPr>
          <a:xfrm>
            <a:off x="5178924" y="0"/>
            <a:ext cx="7013076" cy="6858000"/>
          </a:xfrm>
          <a:custGeom>
            <a:avLst/>
            <a:gdLst>
              <a:gd name="connsiteX0" fmla="*/ 3877363 w 7013076"/>
              <a:gd name="connsiteY0" fmla="*/ 0 h 6858000"/>
              <a:gd name="connsiteX1" fmla="*/ 7013076 w 7013076"/>
              <a:gd name="connsiteY1" fmla="*/ 0 h 6858000"/>
              <a:gd name="connsiteX2" fmla="*/ 7013076 w 7013076"/>
              <a:gd name="connsiteY2" fmla="*/ 692654 h 6858000"/>
              <a:gd name="connsiteX3" fmla="*/ 3527325 w 7013076"/>
              <a:gd name="connsiteY3" fmla="*/ 6858000 h 6858000"/>
              <a:gd name="connsiteX4" fmla="*/ 0 w 70130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076" h="6858000">
                <a:moveTo>
                  <a:pt x="3877363" y="0"/>
                </a:moveTo>
                <a:lnTo>
                  <a:pt x="7013076" y="0"/>
                </a:lnTo>
                <a:lnTo>
                  <a:pt x="7013076" y="692654"/>
                </a:lnTo>
                <a:lnTo>
                  <a:pt x="3527325" y="6858000"/>
                </a:lnTo>
                <a:lnTo>
                  <a:pt x="0" y="6858000"/>
                </a:lnTo>
                <a:close/>
              </a:path>
            </a:pathLst>
          </a:custGeom>
        </p:spPr>
      </p:pic>
      <p:sp>
        <p:nvSpPr>
          <p:cNvPr id="52" name="任意多边形: 形状 51"/>
          <p:cNvSpPr/>
          <p:nvPr userDrawn="1"/>
        </p:nvSpPr>
        <p:spPr>
          <a:xfrm rot="1759603">
            <a:off x="5759550" y="3287609"/>
            <a:ext cx="326672" cy="3900322"/>
          </a:xfrm>
          <a:custGeom>
            <a:avLst/>
            <a:gdLst>
              <a:gd name="connsiteX0" fmla="*/ 0 w 326672"/>
              <a:gd name="connsiteY0" fmla="*/ 0 h 3900322"/>
              <a:gd name="connsiteX1" fmla="*/ 326672 w 326672"/>
              <a:gd name="connsiteY1" fmla="*/ 0 h 3900322"/>
              <a:gd name="connsiteX2" fmla="*/ 326672 w 326672"/>
              <a:gd name="connsiteY2" fmla="*/ 3716802 h 3900322"/>
              <a:gd name="connsiteX3" fmla="*/ 0 w 326672"/>
              <a:gd name="connsiteY3" fmla="*/ 3900322 h 3900322"/>
            </a:gdLst>
            <a:ahLst/>
            <a:cxnLst>
              <a:cxn ang="0">
                <a:pos x="connsiteX0" y="connsiteY0"/>
              </a:cxn>
              <a:cxn ang="0">
                <a:pos x="connsiteX1" y="connsiteY1"/>
              </a:cxn>
              <a:cxn ang="0">
                <a:pos x="connsiteX2" y="connsiteY2"/>
              </a:cxn>
              <a:cxn ang="0">
                <a:pos x="connsiteX3" y="connsiteY3"/>
              </a:cxn>
            </a:cxnLst>
            <a:rect l="l" t="t" r="r" b="b"/>
            <a:pathLst>
              <a:path w="326672" h="3900322">
                <a:moveTo>
                  <a:pt x="0" y="0"/>
                </a:moveTo>
                <a:lnTo>
                  <a:pt x="326672" y="0"/>
                </a:lnTo>
                <a:lnTo>
                  <a:pt x="326672" y="3716802"/>
                </a:lnTo>
                <a:lnTo>
                  <a:pt x="0" y="390032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4" name="任意多边形: 形状 43"/>
          <p:cNvSpPr/>
          <p:nvPr userDrawn="1"/>
        </p:nvSpPr>
        <p:spPr>
          <a:xfrm rot="1759603">
            <a:off x="8280302" y="-201925"/>
            <a:ext cx="170609" cy="2499133"/>
          </a:xfrm>
          <a:custGeom>
            <a:avLst/>
            <a:gdLst>
              <a:gd name="connsiteX0" fmla="*/ 0 w 170609"/>
              <a:gd name="connsiteY0" fmla="*/ 95846 h 2499133"/>
              <a:gd name="connsiteX1" fmla="*/ 170609 w 170609"/>
              <a:gd name="connsiteY1" fmla="*/ 0 h 2499133"/>
              <a:gd name="connsiteX2" fmla="*/ 170609 w 170609"/>
              <a:gd name="connsiteY2" fmla="*/ 2499133 h 2499133"/>
              <a:gd name="connsiteX3" fmla="*/ 0 w 170609"/>
              <a:gd name="connsiteY3" fmla="*/ 2499133 h 2499133"/>
            </a:gdLst>
            <a:ahLst/>
            <a:cxnLst>
              <a:cxn ang="0">
                <a:pos x="connsiteX0" y="connsiteY0"/>
              </a:cxn>
              <a:cxn ang="0">
                <a:pos x="connsiteX1" y="connsiteY1"/>
              </a:cxn>
              <a:cxn ang="0">
                <a:pos x="connsiteX2" y="connsiteY2"/>
              </a:cxn>
              <a:cxn ang="0">
                <a:pos x="connsiteX3" y="connsiteY3"/>
              </a:cxn>
            </a:cxnLst>
            <a:rect l="l" t="t" r="r" b="b"/>
            <a:pathLst>
              <a:path w="170609" h="2499133">
                <a:moveTo>
                  <a:pt x="0" y="95846"/>
                </a:moveTo>
                <a:lnTo>
                  <a:pt x="170609" y="0"/>
                </a:lnTo>
                <a:lnTo>
                  <a:pt x="170609" y="2499133"/>
                </a:lnTo>
                <a:lnTo>
                  <a:pt x="0" y="249913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2" name="任意多边形: 形状 21"/>
          <p:cNvSpPr/>
          <p:nvPr userDrawn="1"/>
        </p:nvSpPr>
        <p:spPr>
          <a:xfrm rot="1759603">
            <a:off x="11257062" y="-144084"/>
            <a:ext cx="326672" cy="3732241"/>
          </a:xfrm>
          <a:custGeom>
            <a:avLst/>
            <a:gdLst>
              <a:gd name="connsiteX0" fmla="*/ 0 w 326672"/>
              <a:gd name="connsiteY0" fmla="*/ 0 h 3732241"/>
              <a:gd name="connsiteX1" fmla="*/ 326672 w 326672"/>
              <a:gd name="connsiteY1" fmla="*/ 581488 h 3732241"/>
              <a:gd name="connsiteX2" fmla="*/ 326672 w 326672"/>
              <a:gd name="connsiteY2" fmla="*/ 3732241 h 3732241"/>
              <a:gd name="connsiteX3" fmla="*/ 0 w 326672"/>
              <a:gd name="connsiteY3" fmla="*/ 3732241 h 3732241"/>
            </a:gdLst>
            <a:ahLst/>
            <a:cxnLst>
              <a:cxn ang="0">
                <a:pos x="connsiteX0" y="connsiteY0"/>
              </a:cxn>
              <a:cxn ang="0">
                <a:pos x="connsiteX1" y="connsiteY1"/>
              </a:cxn>
              <a:cxn ang="0">
                <a:pos x="connsiteX2" y="connsiteY2"/>
              </a:cxn>
              <a:cxn ang="0">
                <a:pos x="connsiteX3" y="connsiteY3"/>
              </a:cxn>
            </a:cxnLst>
            <a:rect l="l" t="t" r="r" b="b"/>
            <a:pathLst>
              <a:path w="326672" h="3732241">
                <a:moveTo>
                  <a:pt x="0" y="0"/>
                </a:moveTo>
                <a:lnTo>
                  <a:pt x="326672" y="581488"/>
                </a:lnTo>
                <a:lnTo>
                  <a:pt x="326672" y="3732241"/>
                </a:lnTo>
                <a:lnTo>
                  <a:pt x="0" y="373224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3" name="任意多边形: 形状 52"/>
          <p:cNvSpPr/>
          <p:nvPr userDrawn="1"/>
        </p:nvSpPr>
        <p:spPr>
          <a:xfrm rot="1759603">
            <a:off x="9271255" y="4019758"/>
            <a:ext cx="170609" cy="3077209"/>
          </a:xfrm>
          <a:custGeom>
            <a:avLst/>
            <a:gdLst>
              <a:gd name="connsiteX0" fmla="*/ 0 w 170609"/>
              <a:gd name="connsiteY0" fmla="*/ 0 h 3077209"/>
              <a:gd name="connsiteX1" fmla="*/ 170609 w 170609"/>
              <a:gd name="connsiteY1" fmla="*/ 0 h 3077209"/>
              <a:gd name="connsiteX2" fmla="*/ 170609 w 170609"/>
              <a:gd name="connsiteY2" fmla="*/ 2981364 h 3077209"/>
              <a:gd name="connsiteX3" fmla="*/ 0 w 170609"/>
              <a:gd name="connsiteY3" fmla="*/ 3077209 h 3077209"/>
            </a:gdLst>
            <a:ahLst/>
            <a:cxnLst>
              <a:cxn ang="0">
                <a:pos x="connsiteX0" y="connsiteY0"/>
              </a:cxn>
              <a:cxn ang="0">
                <a:pos x="connsiteX1" y="connsiteY1"/>
              </a:cxn>
              <a:cxn ang="0">
                <a:pos x="connsiteX2" y="connsiteY2"/>
              </a:cxn>
              <a:cxn ang="0">
                <a:pos x="connsiteX3" y="connsiteY3"/>
              </a:cxn>
            </a:cxnLst>
            <a:rect l="l" t="t" r="r" b="b"/>
            <a:pathLst>
              <a:path w="170609" h="3077209">
                <a:moveTo>
                  <a:pt x="0" y="0"/>
                </a:moveTo>
                <a:lnTo>
                  <a:pt x="170609" y="0"/>
                </a:lnTo>
                <a:lnTo>
                  <a:pt x="170609" y="2981364"/>
                </a:lnTo>
                <a:lnTo>
                  <a:pt x="0" y="307720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7" name="文本占位符 25"/>
          <p:cNvSpPr>
            <a:spLocks noGrp="1"/>
          </p:cNvSpPr>
          <p:nvPr>
            <p:ph type="body" sz="quarter" idx="11" hasCustomPrompt="1"/>
          </p:nvPr>
        </p:nvSpPr>
        <p:spPr>
          <a:xfrm>
            <a:off x="667503" y="2749690"/>
            <a:ext cx="5798382" cy="878840"/>
          </a:xfrm>
          <a:prstGeom prst="rect">
            <a:avLst/>
          </a:prstGeom>
        </p:spPr>
        <p:txBody>
          <a:bodyPr lIns="0">
            <a:noAutofit/>
          </a:bodyPr>
          <a:lstStyle>
            <a:lvl1pPr marL="0" indent="0">
              <a:lnSpc>
                <a:spcPct val="100000"/>
              </a:lnSpc>
              <a:buNone/>
              <a:defRPr sz="5400" b="1" spc="100" baseline="0">
                <a:solidFill>
                  <a:schemeClr val="accent1"/>
                </a:solidFill>
                <a:latin typeface="+mj-ea"/>
                <a:ea typeface="+mj-ea"/>
              </a:defRPr>
            </a:lvl1pPr>
          </a:lstStyle>
          <a:p>
            <a:pPr lvl="0"/>
            <a:r>
              <a:rPr lang="zh-CN" altLang="en-US" dirty="0"/>
              <a:t>请输入你的大标题</a:t>
            </a:r>
            <a:endParaRPr lang="en-US" altLang="zh-CN" dirty="0"/>
          </a:p>
        </p:txBody>
      </p:sp>
      <p:sp>
        <p:nvSpPr>
          <p:cNvPr id="38" name="文本占位符 25"/>
          <p:cNvSpPr>
            <a:spLocks noGrp="1"/>
          </p:cNvSpPr>
          <p:nvPr>
            <p:ph type="body" sz="quarter" idx="12" hasCustomPrompt="1"/>
          </p:nvPr>
        </p:nvSpPr>
        <p:spPr>
          <a:xfrm>
            <a:off x="667503" y="1869834"/>
            <a:ext cx="5798382" cy="878840"/>
          </a:xfrm>
          <a:prstGeom prst="rect">
            <a:avLst/>
          </a:prstGeom>
        </p:spPr>
        <p:txBody>
          <a:bodyPr lIns="0">
            <a:noAutofit/>
          </a:bodyPr>
          <a:lstStyle>
            <a:lvl1pPr marL="0" indent="0">
              <a:lnSpc>
                <a:spcPct val="100000"/>
              </a:lnSpc>
              <a:buNone/>
              <a:defRPr sz="5400" b="0" spc="100" baseline="0">
                <a:latin typeface="+mj-ea"/>
                <a:ea typeface="+mj-ea"/>
              </a:defRPr>
            </a:lvl1pPr>
          </a:lstStyle>
          <a:p>
            <a:pPr lvl="0"/>
            <a:r>
              <a:rPr lang="zh-CN" altLang="en-US" dirty="0"/>
              <a:t>请输入答辩类型</a:t>
            </a:r>
            <a:endParaRPr lang="en-US" altLang="zh-CN" dirty="0"/>
          </a:p>
        </p:txBody>
      </p:sp>
      <p:cxnSp>
        <p:nvCxnSpPr>
          <p:cNvPr id="39" name="直接连接符 38"/>
          <p:cNvCxnSpPr/>
          <p:nvPr userDrawn="1"/>
        </p:nvCxnSpPr>
        <p:spPr>
          <a:xfrm>
            <a:off x="667503" y="4839800"/>
            <a:ext cx="493268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21" name="图片 2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
        <p:nvSpPr>
          <p:cNvPr id="20" name="文本占位符 28"/>
          <p:cNvSpPr>
            <a:spLocks noGrp="1"/>
          </p:cNvSpPr>
          <p:nvPr>
            <p:ph type="body" sz="quarter" idx="17" hasCustomPrompt="1"/>
          </p:nvPr>
        </p:nvSpPr>
        <p:spPr>
          <a:xfrm>
            <a:off x="667503" y="3641672"/>
            <a:ext cx="5798382" cy="286232"/>
          </a:xfrm>
          <a:prstGeom prst="rect">
            <a:avLst/>
          </a:prstGeom>
        </p:spPr>
        <p:txBody>
          <a:bodyPr lIns="0">
            <a:spAutoFit/>
          </a:bodyPr>
          <a:lstStyle>
            <a:lvl1pPr marL="0" indent="0">
              <a:lnSpc>
                <a:spcPct val="100000"/>
              </a:lnSpc>
              <a:buNone/>
              <a:defRPr sz="1200" spc="550" baseline="0">
                <a:solidFill>
                  <a:schemeClr val="bg1">
                    <a:lumMod val="75000"/>
                  </a:schemeClr>
                </a:solidFill>
                <a:latin typeface="+mj-lt"/>
              </a:defRPr>
            </a:lvl1pPr>
          </a:lstStyle>
          <a:p>
            <a:pPr lvl="0"/>
            <a:r>
              <a:rPr lang="en-US" altLang="zh-CN" dirty="0"/>
              <a:t>Supporting Your Text Here</a:t>
            </a:r>
            <a:endParaRPr lang="en-US" altLang="zh-C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4"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5"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6"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7" name="文本框 6"/>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本</a:t>
            </a:r>
            <a:r>
              <a:rPr kumimoji="0" lang="en-US" altLang="zh-CN"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模板正参与</a:t>
            </a: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503020204020204" charset="-122"/>
              <a:cs typeface="+mn-cs"/>
            </a:endParaRPr>
          </a:p>
        </p:txBody>
      </p:sp>
      <p:sp>
        <p:nvSpPr>
          <p:cNvPr id="9" name="文本框 8"/>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 </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模板设计大赛 </a:t>
            </a:r>
            <a:endParaRPr kumimoji="0" 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文本框 10"/>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2" name="图片 11"/>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5" name="文本框 14"/>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标注</a:t>
            </a:r>
            <a:endParaRPr kumimoji="0" lang="zh-CN" altLang="en-US" sz="18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使用说明 </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声明</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拥有对本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rPr>
              <a:t>OfficePLUS</a:t>
            </a:r>
            <a:endParaRPr kumimoji="0" lang="zh-CN" altLang="en-US"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869" y="1"/>
            <a:ext cx="10849030" cy="749299"/>
          </a:xfrm>
          <a:prstGeom prst="rect">
            <a:avLst/>
          </a:prstGeom>
        </p:spPr>
        <p:txBody>
          <a:bodyPr vert="horz" lIns="0" tIns="0" rIns="0" bIns="0" rtlCol="0" anchor="b"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9869" y="850901"/>
            <a:ext cx="10849031" cy="5283200"/>
          </a:xfrm>
          <a:prstGeom prst="rect">
            <a:avLst/>
          </a:prstGeom>
        </p:spPr>
        <p:txBody>
          <a:bodyPr vert="horz" lIns="91440" tIns="45720" rIns="91440" bIns="45720" rtlCol="0">
            <a:no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 name="日期占位符 3"/>
          <p:cNvSpPr>
            <a:spLocks noGrp="1"/>
          </p:cNvSpPr>
          <p:nvPr>
            <p:ph type="dt" sz="half" idx="2"/>
          </p:nvPr>
        </p:nvSpPr>
        <p:spPr>
          <a:xfrm>
            <a:off x="660400" y="6235702"/>
            <a:ext cx="3342640" cy="365125"/>
          </a:xfrm>
          <a:prstGeom prst="rect">
            <a:avLst/>
          </a:prstGeom>
        </p:spPr>
        <p:txBody>
          <a:bodyPr vert="horz" lIns="0" tIns="45720" rIns="91440" bIns="45720" rtlCol="0" anchor="ctr"/>
          <a:lstStyle>
            <a:lvl1pPr marL="0" marR="0" indent="0" algn="l" defTabSz="914400" rtl="0" eaLnBrk="1" fontAlgn="auto" latinLnBrk="0" hangingPunct="1">
              <a:lnSpc>
                <a:spcPct val="100000"/>
              </a:lnSpc>
              <a:spcBef>
                <a:spcPts val="0"/>
              </a:spcBef>
              <a:spcAft>
                <a:spcPts val="0"/>
              </a:spcAft>
              <a:buClrTx/>
              <a:buSzTx/>
              <a:buFontTx/>
              <a:buNone/>
              <a:defRPr sz="1400" spc="100" baseline="0">
                <a:solidFill>
                  <a:schemeClr val="tx1">
                    <a:tint val="75000"/>
                  </a:schemeClr>
                </a:solidFill>
              </a:defRPr>
            </a:lvl1p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6" name="页脚占位符 4"/>
          <p:cNvSpPr>
            <a:spLocks noGrp="1"/>
          </p:cNvSpPr>
          <p:nvPr>
            <p:ph type="ftr" sz="quarter" idx="3"/>
          </p:nvPr>
        </p:nvSpPr>
        <p:spPr>
          <a:xfrm>
            <a:off x="4622800" y="6235702"/>
            <a:ext cx="2946400" cy="365125"/>
          </a:xfrm>
          <a:prstGeom prst="rect">
            <a:avLst/>
          </a:prstGeom>
        </p:spPr>
        <p:txBody>
          <a:bodyPr vert="horz" lIns="91440" tIns="45720" rIns="91440" bIns="45720" rtlCol="0" anchor="ctr"/>
          <a:lstStyle>
            <a:lvl1pPr algn="ctr">
              <a:defRPr sz="1400" i="0" spc="300" baseline="0">
                <a:solidFill>
                  <a:schemeClr val="accent1"/>
                </a:solidFill>
              </a:defRPr>
            </a:lvl1pPr>
          </a:lstStyle>
          <a:p>
            <a:pPr>
              <a:defRPr/>
            </a:pPr>
            <a:endParaRPr lang="zh-CN" altLang="en-US" dirty="0"/>
          </a:p>
        </p:txBody>
      </p:sp>
      <p:sp>
        <p:nvSpPr>
          <p:cNvPr id="4" name="灯片编号占位符 3"/>
          <p:cNvSpPr>
            <a:spLocks noGrp="1"/>
          </p:cNvSpPr>
          <p:nvPr>
            <p:ph type="sldNum" sz="quarter" idx="4"/>
          </p:nvPr>
        </p:nvSpPr>
        <p:spPr>
          <a:xfrm>
            <a:off x="8775700" y="6235702"/>
            <a:ext cx="2743200" cy="365125"/>
          </a:xfrm>
          <a:prstGeom prst="rect">
            <a:avLst/>
          </a:prstGeom>
        </p:spPr>
        <p:txBody>
          <a:bodyPr vert="horz" lIns="91440" tIns="45720" rIns="0" bIns="45720" rtlCol="0" anchor="ctr"/>
          <a:lstStyle>
            <a:lvl1pPr algn="r">
              <a:defRPr sz="1400">
                <a:solidFill>
                  <a:schemeClr val="bg1">
                    <a:lumMod val="75000"/>
                  </a:schemeClr>
                </a:solidFill>
              </a:defRPr>
            </a:lvl1pPr>
          </a:lstStyle>
          <a:p>
            <a:fld id="{C79ECAFE-A460-4E13-ABCB-32CAE613624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6" Type="http://schemas.openxmlformats.org/officeDocument/2006/relationships/notesSlide" Target="../notesSlides/notesSlide2.xml"/><Relationship Id="rId45" Type="http://schemas.openxmlformats.org/officeDocument/2006/relationships/slideLayout" Target="../slideLayouts/slideLayout2.xml"/><Relationship Id="rId44" Type="http://schemas.openxmlformats.org/officeDocument/2006/relationships/tags" Target="../tags/tag44.xml"/><Relationship Id="rId43" Type="http://schemas.openxmlformats.org/officeDocument/2006/relationships/tags" Target="../tags/tag43.xml"/><Relationship Id="rId42" Type="http://schemas.openxmlformats.org/officeDocument/2006/relationships/tags" Target="../tags/tag42.xml"/><Relationship Id="rId41" Type="http://schemas.openxmlformats.org/officeDocument/2006/relationships/tags" Target="../tags/tag41.xml"/><Relationship Id="rId40" Type="http://schemas.openxmlformats.org/officeDocument/2006/relationships/tags" Target="../tags/tag40.xml"/><Relationship Id="rId4" Type="http://schemas.openxmlformats.org/officeDocument/2006/relationships/tags" Target="../tags/tag4.xml"/><Relationship Id="rId39" Type="http://schemas.openxmlformats.org/officeDocument/2006/relationships/tags" Target="../tags/tag39.xml"/><Relationship Id="rId38" Type="http://schemas.openxmlformats.org/officeDocument/2006/relationships/tags" Target="../tags/tag38.xml"/><Relationship Id="rId37" Type="http://schemas.openxmlformats.org/officeDocument/2006/relationships/tags" Target="../tags/tag37.xml"/><Relationship Id="rId36" Type="http://schemas.openxmlformats.org/officeDocument/2006/relationships/tags" Target="../tags/tag36.xml"/><Relationship Id="rId35" Type="http://schemas.openxmlformats.org/officeDocument/2006/relationships/tags" Target="../tags/tag35.xml"/><Relationship Id="rId34" Type="http://schemas.openxmlformats.org/officeDocument/2006/relationships/tags" Target="../tags/tag34.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12.png"/><Relationship Id="rId1" Type="http://schemas.openxmlformats.org/officeDocument/2006/relationships/image" Target="../media/image1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0" Type="http://schemas.openxmlformats.org/officeDocument/2006/relationships/notesSlide" Target="../notesSlides/notesSlide5.xml"/><Relationship Id="rId2" Type="http://schemas.openxmlformats.org/officeDocument/2006/relationships/tags" Target="../tags/tag46.xml"/><Relationship Id="rId19" Type="http://schemas.openxmlformats.org/officeDocument/2006/relationships/slideLayout" Target="../slideLayouts/slideLayout8.xml"/><Relationship Id="rId18" Type="http://schemas.openxmlformats.org/officeDocument/2006/relationships/image" Target="../media/image15.png"/><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8.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8.xml"/><Relationship Id="rId2" Type="http://schemas.openxmlformats.org/officeDocument/2006/relationships/image" Target="../media/image23.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31.png"/><Relationship Id="rId1"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62.xml"/></Relationships>
</file>

<file path=ppt/slides/_rels/slide19.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3" Type="http://schemas.openxmlformats.org/officeDocument/2006/relationships/slideLayout" Target="../slideLayouts/slideLayout7.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7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570951" y="1352280"/>
            <a:ext cx="6142222" cy="1964550"/>
          </a:xfrm>
        </p:spPr>
        <p:txBody>
          <a:bodyPr>
            <a:scene3d>
              <a:camera prst="orthographicFront"/>
              <a:lightRig rig="threePt" dir="t"/>
            </a:scene3d>
          </a:bodyPr>
          <a:lstStyle/>
          <a:p>
            <a:r>
              <a:rPr lang="zh-CN" altLang="en-US" spc="0" dirty="0">
                <a:solidFill>
                  <a:schemeClr val="accent1"/>
                </a:solidFill>
                <a:effectLst>
                  <a:outerShdw blurRad="38100" dist="25400" dir="5400000" algn="ctr" rotWithShape="0">
                    <a:srgbClr val="6E747A">
                      <a:alpha val="43000"/>
                    </a:srgbClr>
                  </a:outerShdw>
                </a:effectLst>
                <a:latin typeface="庞门正道标题体免费版" panose="02010600030101010101" pitchFamily="2" charset="0"/>
                <a:ea typeface="庞门正道标题体免费版" panose="02010600030101010101" pitchFamily="2" charset="0"/>
                <a:cs typeface="OPPOSans R" panose="02010600030101010101" charset="-122"/>
                <a:sym typeface="Alimama ShuHeiTi"/>
              </a:rPr>
              <a:t>极地光伏组件安装角度最优化设计</a:t>
            </a:r>
            <a:endParaRPr lang="zh-CN" altLang="en-US" b="1" spc="0" baseline="0" dirty="0">
              <a:solidFill>
                <a:schemeClr val="accent1"/>
              </a:solidFill>
              <a:effectLst>
                <a:outerShdw blurRad="38100" dist="25400" dir="5400000" algn="ctr" rotWithShape="0">
                  <a:srgbClr val="6E747A">
                    <a:alpha val="43000"/>
                  </a:srgbClr>
                </a:outerShdw>
              </a:effectLst>
              <a:latin typeface="庞门正道标题体免费版" panose="02010600030101010101" pitchFamily="2" charset="0"/>
              <a:ea typeface="庞门正道标题体免费版" panose="02010600030101010101" pitchFamily="2" charset="0"/>
              <a:cs typeface="OPPOSans R" panose="02010600030101010101" charset="-122"/>
              <a:sym typeface="Alimama ShuHeiTi"/>
              <a:rtl val="0"/>
            </a:endParaRPr>
          </a:p>
          <a:p>
            <a:endParaRPr lang="zh-CN" altLang="en-US" b="1" spc="0" baseline="0" dirty="0">
              <a:solidFill>
                <a:schemeClr val="accent1"/>
              </a:solidFill>
              <a:effectLst>
                <a:outerShdw blurRad="38100" dist="25400" dir="5400000" algn="ctr" rotWithShape="0">
                  <a:srgbClr val="6E747A">
                    <a:alpha val="43000"/>
                  </a:srgbClr>
                </a:outerShdw>
              </a:effectLst>
              <a:latin typeface="庞门正道标题体免费版" panose="02010600030101010101" pitchFamily="2" charset="0"/>
              <a:ea typeface="庞门正道标题体免费版" panose="02010600030101010101" pitchFamily="2" charset="0"/>
              <a:cs typeface="OPPOSans R" panose="02010600030101010101" charset="-122"/>
              <a:sym typeface="Alimama ShuHeiTi"/>
              <a:rtl val="0"/>
            </a:endParaRPr>
          </a:p>
        </p:txBody>
      </p:sp>
      <p:sp>
        <p:nvSpPr>
          <p:cNvPr id="2" name="日期占位符 1"/>
          <p:cNvSpPr>
            <a:spLocks noGrp="1"/>
          </p:cNvSpPr>
          <p:nvPr>
            <p:ph type="dt" sz="half" idx="16"/>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2" name="矩形 11"/>
          <p:cNvSpPr/>
          <p:nvPr/>
        </p:nvSpPr>
        <p:spPr>
          <a:xfrm>
            <a:off x="652958" y="4379642"/>
            <a:ext cx="2506802"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rPr>
              <a:t>答辩人：</a:t>
            </a:r>
            <a:r>
              <a:rPr lang="zh-CN" altLang="en-US" sz="2000" noProof="0" dirty="0">
                <a:ln>
                  <a:noFill/>
                </a:ln>
                <a:solidFill>
                  <a:schemeClr val="accent2"/>
                </a:solidFill>
                <a:effectLst/>
                <a:uLnTx/>
                <a:uFillTx/>
                <a:latin typeface="Arial" panose="020B0604020202020204"/>
                <a:cs typeface="+mn-ea"/>
                <a:sym typeface="Alimama ShuHeiTi"/>
              </a:rPr>
              <a:t>石晗旭</a:t>
            </a:r>
            <a:endParaRPr lang="zh-CN" altLang="en-US" sz="2000" noProof="0" dirty="0">
              <a:ln>
                <a:noFill/>
              </a:ln>
              <a:solidFill>
                <a:schemeClr val="accent2"/>
              </a:solidFill>
              <a:effectLst/>
              <a:uLnTx/>
              <a:uFillTx/>
              <a:latin typeface="Arial" panose="020B0604020202020204"/>
              <a:cs typeface="+mn-ea"/>
            </a:endParaRPr>
          </a:p>
        </p:txBody>
      </p:sp>
      <p:sp>
        <p:nvSpPr>
          <p:cNvPr id="13" name="矩形 12"/>
          <p:cNvSpPr/>
          <p:nvPr/>
        </p:nvSpPr>
        <p:spPr>
          <a:xfrm>
            <a:off x="3319835" y="4379642"/>
            <a:ext cx="2280347"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rPr>
              <a:t>指导老师：张侃</a:t>
            </a:r>
            <a:r>
              <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rPr>
              <a:t>健</a:t>
            </a:r>
            <a:endPar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endParaRPr>
          </a:p>
        </p:txBody>
      </p:sp>
      <p:sp>
        <p:nvSpPr>
          <p:cNvPr id="14" name="矩形 13"/>
          <p:cNvSpPr/>
          <p:nvPr/>
        </p:nvSpPr>
        <p:spPr>
          <a:xfrm>
            <a:off x="667504" y="4899847"/>
            <a:ext cx="3680976"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答辩日期：</a:t>
            </a:r>
            <a:r>
              <a:rPr kumimoji="0" lang="en-US" altLang="zh-CN" sz="2000" i="0" u="none" strike="noStrike" kern="1200" cap="none" spc="0" normalizeH="0" baseline="0" noProof="0" dirty="0">
                <a:ln>
                  <a:noFill/>
                </a:ln>
                <a:solidFill>
                  <a:schemeClr val="accent1"/>
                </a:solidFill>
                <a:effectLst/>
                <a:uLnTx/>
                <a:uFillTx/>
                <a:latin typeface="Arial" panose="020B0604020202020204"/>
                <a:cs typeface="+mn-ea"/>
              </a:rPr>
              <a:t>2026/4/29</a:t>
            </a:r>
            <a:endPar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endParaRPr>
          </a:p>
        </p:txBody>
      </p:sp>
      <p:sp>
        <p:nvSpPr>
          <p:cNvPr id="8" name="矩形 7"/>
          <p:cNvSpPr/>
          <p:nvPr/>
        </p:nvSpPr>
        <p:spPr>
          <a:xfrm>
            <a:off x="652957" y="5266829"/>
            <a:ext cx="5574702" cy="783590"/>
          </a:xfrm>
          <a:prstGeom prst="rect">
            <a:avLst/>
          </a:prstGeom>
        </p:spPr>
        <p:txBody>
          <a:bodyPr wrap="square" lIns="0">
            <a:spAutoFit/>
          </a:bodyPr>
          <a:lstStyle/>
          <a:p>
            <a:pPr>
              <a:lnSpc>
                <a:spcPct val="125000"/>
              </a:lnSpc>
            </a:pPr>
            <a:r>
              <a:rPr lang="zh-CN" altLang="en-US" sz="2000" dirty="0">
                <a:solidFill>
                  <a:schemeClr val="accent1"/>
                </a:solidFill>
                <a:latin typeface="Arial" panose="020B0604020202020204"/>
                <a:cs typeface="+mn-ea"/>
              </a:rPr>
              <a:t>小组成员</a:t>
            </a: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：洪一涵</a:t>
            </a:r>
            <a:r>
              <a:rPr kumimoji="0" lang="en-US" altLang="zh-CN" sz="2000" i="0" u="none" strike="noStrike" kern="1200" cap="none" spc="0" normalizeH="0" baseline="0" noProof="0" dirty="0">
                <a:ln>
                  <a:noFill/>
                </a:ln>
                <a:solidFill>
                  <a:schemeClr val="accent1"/>
                </a:solidFill>
                <a:effectLst/>
                <a:uLnTx/>
                <a:uFillTx/>
                <a:latin typeface="Arial" panose="020B0604020202020204"/>
                <a:cs typeface="+mn-ea"/>
              </a:rPr>
              <a:t> </a:t>
            </a: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王浩鑫</a:t>
            </a:r>
            <a:r>
              <a:rPr kumimoji="0" lang="en-US" altLang="zh-CN" sz="2000" i="0" u="none" strike="noStrike" kern="1200" cap="none" spc="0" normalizeH="0" baseline="0" noProof="0" dirty="0">
                <a:ln>
                  <a:noFill/>
                </a:ln>
                <a:solidFill>
                  <a:schemeClr val="accent1"/>
                </a:solidFill>
                <a:effectLst/>
                <a:uLnTx/>
                <a:uFillTx/>
                <a:latin typeface="Arial" panose="020B0604020202020204"/>
                <a:cs typeface="+mn-ea"/>
              </a:rPr>
              <a:t> </a:t>
            </a:r>
            <a:r>
              <a:rPr lang="zh-CN" altLang="en-US" sz="2000" noProof="0" dirty="0">
                <a:ln>
                  <a:noFill/>
                </a:ln>
                <a:solidFill>
                  <a:schemeClr val="accent1"/>
                </a:solidFill>
                <a:effectLst/>
                <a:uLnTx/>
                <a:uFillTx/>
                <a:latin typeface="Arial" panose="020B0604020202020204"/>
                <a:cs typeface="+mn-ea"/>
                <a:sym typeface="Alimama ShuHeiTi"/>
              </a:rPr>
              <a:t>陈星宇</a:t>
            </a:r>
            <a:r>
              <a:rPr lang="en-US" altLang="zh-CN" sz="2000" noProof="0" dirty="0">
                <a:ln>
                  <a:noFill/>
                </a:ln>
                <a:solidFill>
                  <a:schemeClr val="accent1"/>
                </a:solidFill>
                <a:effectLst/>
                <a:uLnTx/>
                <a:uFillTx/>
                <a:latin typeface="Arial" panose="020B0604020202020204"/>
                <a:cs typeface="+mn-ea"/>
                <a:sym typeface="Alimama ShuHeiTi"/>
              </a:rPr>
              <a:t>  </a:t>
            </a:r>
            <a:r>
              <a:rPr lang="zh-CN" altLang="en-US" sz="2000" noProof="0" dirty="0">
                <a:ln>
                  <a:noFill/>
                </a:ln>
                <a:solidFill>
                  <a:schemeClr val="accent1"/>
                </a:solidFill>
                <a:effectLst/>
                <a:uLnTx/>
                <a:uFillTx/>
                <a:latin typeface="Arial" panose="020B0604020202020204"/>
                <a:cs typeface="+mn-ea"/>
                <a:sym typeface="Alimama ShuHeiTi"/>
              </a:rPr>
              <a:t>石晗旭</a:t>
            </a:r>
            <a:endParaRPr lang="zh-CN" altLang="en-US" sz="2000" spc="0" baseline="0" noProof="0" dirty="0">
              <a:ln>
                <a:noFill/>
              </a:ln>
              <a:solidFill>
                <a:schemeClr val="accent1"/>
              </a:solidFill>
              <a:effectLst/>
              <a:uLnTx/>
              <a:uFillTx/>
              <a:latin typeface="Arial" panose="020B0604020202020204"/>
              <a:cs typeface="+mn-ea"/>
              <a:sym typeface="Alimama ShuHeiTi"/>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日期占位符 5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ea"/>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ea"/>
            </a:endParaRPr>
          </a:p>
        </p:txBody>
      </p:sp>
      <p:sp>
        <p:nvSpPr>
          <p:cNvPr id="56" name="文本框 55"/>
          <p:cNvSpPr txBox="1"/>
          <p:nvPr>
            <p:custDataLst>
              <p:tags r:id="rId1"/>
            </p:custDataLst>
          </p:nvPr>
        </p:nvSpPr>
        <p:spPr>
          <a:xfrm>
            <a:off x="7925912" y="1664841"/>
            <a:ext cx="202184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研究背景</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sp>
        <p:nvSpPr>
          <p:cNvPr id="57" name="文本框 56"/>
          <p:cNvSpPr txBox="1"/>
          <p:nvPr>
            <p:custDataLst>
              <p:tags r:id="rId2"/>
            </p:custDataLst>
          </p:nvPr>
        </p:nvSpPr>
        <p:spPr>
          <a:xfrm>
            <a:off x="8006718" y="2657644"/>
            <a:ext cx="202184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445437"/>
                </a:solidFill>
                <a:latin typeface="微软雅黑" panose="020B0503020204020204" charset="-122"/>
                <a:ea typeface="微软雅黑" panose="020B0503020204020204" charset="-122"/>
                <a:cs typeface="+mn-ea"/>
              </a:rPr>
              <a:t>研究内容</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sp>
        <p:nvSpPr>
          <p:cNvPr id="58" name="文本框 57"/>
          <p:cNvSpPr txBox="1"/>
          <p:nvPr>
            <p:custDataLst>
              <p:tags r:id="rId3"/>
            </p:custDataLst>
          </p:nvPr>
        </p:nvSpPr>
        <p:spPr>
          <a:xfrm>
            <a:off x="8086668" y="3586192"/>
            <a:ext cx="356933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项目创新</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sp>
        <p:nvSpPr>
          <p:cNvPr id="59" name="文本框 58"/>
          <p:cNvSpPr txBox="1"/>
          <p:nvPr>
            <p:custDataLst>
              <p:tags r:id="rId4"/>
            </p:custDataLst>
          </p:nvPr>
        </p:nvSpPr>
        <p:spPr>
          <a:xfrm>
            <a:off x="7872721" y="4613215"/>
            <a:ext cx="2774093"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已有基础</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grpSp>
        <p:nvGrpSpPr>
          <p:cNvPr id="62" name="组合 61"/>
          <p:cNvGrpSpPr/>
          <p:nvPr>
            <p:custDataLst>
              <p:tags r:id="rId5"/>
            </p:custDataLst>
          </p:nvPr>
        </p:nvGrpSpPr>
        <p:grpSpPr>
          <a:xfrm>
            <a:off x="6373827" y="2654206"/>
            <a:ext cx="495959" cy="495959"/>
            <a:chOff x="6932134" y="1758101"/>
            <a:chExt cx="495959" cy="495959"/>
          </a:xfrm>
        </p:grpSpPr>
        <p:sp>
          <p:nvSpPr>
            <p:cNvPr id="63" name="íṥļîḓê"/>
            <p:cNvSpPr/>
            <p:nvPr>
              <p:custDataLst>
                <p:tags r:id="rId6"/>
              </p:custDataLst>
            </p:nvPr>
          </p:nvSpPr>
          <p:spPr>
            <a:xfrm>
              <a:off x="6932134" y="175810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4" name="íṥlíḓê"/>
            <p:cNvSpPr/>
            <p:nvPr>
              <p:custDataLst>
                <p:tags r:id="rId7"/>
              </p:custDataLst>
            </p:nvPr>
          </p:nvSpPr>
          <p:spPr>
            <a:xfrm>
              <a:off x="6977987" y="180395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00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5" name="ïśļiḑé"/>
            <p:cNvSpPr/>
            <p:nvPr>
              <p:custDataLst>
                <p:tags r:id="rId8"/>
              </p:custDataLst>
            </p:nvPr>
          </p:nvSpPr>
          <p:spPr>
            <a:xfrm>
              <a:off x="7055794" y="1924242"/>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66" name="组合 65"/>
          <p:cNvGrpSpPr/>
          <p:nvPr>
            <p:custDataLst>
              <p:tags r:id="rId9"/>
            </p:custDataLst>
          </p:nvPr>
        </p:nvGrpSpPr>
        <p:grpSpPr>
          <a:xfrm>
            <a:off x="6443681" y="3584978"/>
            <a:ext cx="495959" cy="495959"/>
            <a:chOff x="7112947" y="2706714"/>
            <a:chExt cx="495959" cy="495959"/>
          </a:xfrm>
        </p:grpSpPr>
        <p:sp>
          <p:nvSpPr>
            <p:cNvPr id="67" name="íṥļîḓê"/>
            <p:cNvSpPr/>
            <p:nvPr>
              <p:custDataLst>
                <p:tags r:id="rId10"/>
              </p:custDataLst>
            </p:nvPr>
          </p:nvSpPr>
          <p:spPr>
            <a:xfrm>
              <a:off x="7112947" y="2706714"/>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8" name="íṥlíḓê"/>
            <p:cNvSpPr/>
            <p:nvPr>
              <p:custDataLst>
                <p:tags r:id="rId11"/>
              </p:custDataLst>
            </p:nvPr>
          </p:nvSpPr>
          <p:spPr>
            <a:xfrm>
              <a:off x="7158800" y="2752567"/>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00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9" name="ïśļiḑé"/>
            <p:cNvSpPr/>
            <p:nvPr>
              <p:custDataLst>
                <p:tags r:id="rId12"/>
              </p:custDataLst>
            </p:nvPr>
          </p:nvSpPr>
          <p:spPr>
            <a:xfrm>
              <a:off x="7236607" y="2872855"/>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81" name="组合 80"/>
          <p:cNvGrpSpPr/>
          <p:nvPr>
            <p:custDataLst>
              <p:tags r:id="rId13"/>
            </p:custDataLst>
          </p:nvPr>
        </p:nvGrpSpPr>
        <p:grpSpPr>
          <a:xfrm>
            <a:off x="6195920" y="1661404"/>
            <a:ext cx="495959" cy="495959"/>
            <a:chOff x="6529585" y="809489"/>
            <a:chExt cx="495959" cy="495959"/>
          </a:xfrm>
        </p:grpSpPr>
        <p:sp>
          <p:nvSpPr>
            <p:cNvPr id="82" name="íṥļîḓê"/>
            <p:cNvSpPr/>
            <p:nvPr>
              <p:custDataLst>
                <p:tags r:id="rId14"/>
              </p:custDataLst>
            </p:nvPr>
          </p:nvSpPr>
          <p:spPr>
            <a:xfrm>
              <a:off x="6529585" y="809489"/>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83" name="íṥlíḓê"/>
            <p:cNvSpPr/>
            <p:nvPr>
              <p:custDataLst>
                <p:tags r:id="rId15"/>
              </p:custDataLst>
            </p:nvPr>
          </p:nvSpPr>
          <p:spPr>
            <a:xfrm>
              <a:off x="6575438" y="855342"/>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00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84" name="ïśļiḑé"/>
            <p:cNvSpPr/>
            <p:nvPr>
              <p:custDataLst>
                <p:tags r:id="rId16"/>
              </p:custDataLst>
            </p:nvPr>
          </p:nvSpPr>
          <p:spPr>
            <a:xfrm>
              <a:off x="6653246" y="975629"/>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cxnSp>
        <p:nvCxnSpPr>
          <p:cNvPr id="85" name="直接连接符 84"/>
          <p:cNvCxnSpPr/>
          <p:nvPr>
            <p:custDataLst>
              <p:tags r:id="rId17"/>
            </p:custDataLst>
          </p:nvPr>
        </p:nvCxnSpPr>
        <p:spPr>
          <a:xfrm>
            <a:off x="7085142" y="2287052"/>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custDataLst>
              <p:tags r:id="rId18"/>
            </p:custDataLst>
          </p:nvPr>
        </p:nvCxnSpPr>
        <p:spPr>
          <a:xfrm>
            <a:off x="7204845" y="3180864"/>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custDataLst>
              <p:tags r:id="rId19"/>
            </p:custDataLst>
          </p:nvPr>
        </p:nvCxnSpPr>
        <p:spPr>
          <a:xfrm>
            <a:off x="7102544" y="4177676"/>
            <a:ext cx="3798745"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custDataLst>
              <p:tags r:id="rId20"/>
            </p:custDataLst>
          </p:nvPr>
        </p:nvCxnSpPr>
        <p:spPr>
          <a:xfrm flipV="1">
            <a:off x="6945224" y="5199590"/>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91" name="组合 90"/>
          <p:cNvGrpSpPr/>
          <p:nvPr>
            <p:custDataLst>
              <p:tags r:id="rId21"/>
            </p:custDataLst>
          </p:nvPr>
        </p:nvGrpSpPr>
        <p:grpSpPr>
          <a:xfrm>
            <a:off x="7241402" y="1575406"/>
            <a:ext cx="817163" cy="731651"/>
            <a:chOff x="7575067" y="723491"/>
            <a:chExt cx="817163" cy="731651"/>
          </a:xfrm>
        </p:grpSpPr>
        <p:sp>
          <p:nvSpPr>
            <p:cNvPr id="92" name="文本框 91"/>
            <p:cNvSpPr txBox="1"/>
            <p:nvPr>
              <p:custDataLst>
                <p:tags r:id="rId22"/>
              </p:custDataLst>
            </p:nvPr>
          </p:nvSpPr>
          <p:spPr>
            <a:xfrm>
              <a:off x="7575067" y="748387"/>
              <a:ext cx="787395"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01</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93" name="文本框 92"/>
            <p:cNvSpPr txBox="1"/>
            <p:nvPr>
              <p:custDataLst>
                <p:tags r:id="rId23"/>
              </p:custDataLst>
            </p:nvPr>
          </p:nvSpPr>
          <p:spPr>
            <a:xfrm>
              <a:off x="7592006" y="723491"/>
              <a:ext cx="800224" cy="70675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01</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94" name="组合 93"/>
          <p:cNvGrpSpPr/>
          <p:nvPr>
            <p:custDataLst>
              <p:tags r:id="rId24"/>
            </p:custDataLst>
          </p:nvPr>
        </p:nvGrpSpPr>
        <p:grpSpPr>
          <a:xfrm>
            <a:off x="7299273" y="2564419"/>
            <a:ext cx="817163" cy="731651"/>
            <a:chOff x="7857580" y="1668314"/>
            <a:chExt cx="817163" cy="731651"/>
          </a:xfrm>
        </p:grpSpPr>
        <p:sp>
          <p:nvSpPr>
            <p:cNvPr id="95" name="文本框 94"/>
            <p:cNvSpPr txBox="1"/>
            <p:nvPr>
              <p:custDataLst>
                <p:tags r:id="rId25"/>
              </p:custDataLst>
            </p:nvPr>
          </p:nvSpPr>
          <p:spPr>
            <a:xfrm>
              <a:off x="7857580" y="1693210"/>
              <a:ext cx="787395"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02</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96" name="文本框 95"/>
            <p:cNvSpPr txBox="1"/>
            <p:nvPr>
              <p:custDataLst>
                <p:tags r:id="rId26"/>
              </p:custDataLst>
            </p:nvPr>
          </p:nvSpPr>
          <p:spPr>
            <a:xfrm>
              <a:off x="7874519" y="1668314"/>
              <a:ext cx="800224" cy="70675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02</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97" name="组合 96"/>
          <p:cNvGrpSpPr/>
          <p:nvPr>
            <p:custDataLst>
              <p:tags r:id="rId27"/>
            </p:custDataLst>
          </p:nvPr>
        </p:nvGrpSpPr>
        <p:grpSpPr>
          <a:xfrm>
            <a:off x="7211531" y="3471601"/>
            <a:ext cx="817163" cy="731651"/>
            <a:chOff x="8043992" y="2617467"/>
            <a:chExt cx="817163" cy="731651"/>
          </a:xfrm>
        </p:grpSpPr>
        <p:sp>
          <p:nvSpPr>
            <p:cNvPr id="98" name="文本框 97"/>
            <p:cNvSpPr txBox="1"/>
            <p:nvPr>
              <p:custDataLst>
                <p:tags r:id="rId28"/>
              </p:custDataLst>
            </p:nvPr>
          </p:nvSpPr>
          <p:spPr>
            <a:xfrm>
              <a:off x="8043992" y="2642363"/>
              <a:ext cx="787395"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03</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99" name="文本框 98"/>
            <p:cNvSpPr txBox="1"/>
            <p:nvPr>
              <p:custDataLst>
                <p:tags r:id="rId29"/>
              </p:custDataLst>
            </p:nvPr>
          </p:nvSpPr>
          <p:spPr>
            <a:xfrm>
              <a:off x="8060931" y="2617467"/>
              <a:ext cx="800224" cy="70675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03</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100" name="组合 99"/>
          <p:cNvGrpSpPr/>
          <p:nvPr>
            <p:custDataLst>
              <p:tags r:id="rId30"/>
            </p:custDataLst>
          </p:nvPr>
        </p:nvGrpSpPr>
        <p:grpSpPr>
          <a:xfrm>
            <a:off x="7085326" y="4517504"/>
            <a:ext cx="817163" cy="731651"/>
            <a:chOff x="8043992" y="3562419"/>
            <a:chExt cx="817163" cy="731651"/>
          </a:xfrm>
        </p:grpSpPr>
        <p:sp>
          <p:nvSpPr>
            <p:cNvPr id="101" name="文本框 100"/>
            <p:cNvSpPr txBox="1"/>
            <p:nvPr>
              <p:custDataLst>
                <p:tags r:id="rId31"/>
              </p:custDataLst>
            </p:nvPr>
          </p:nvSpPr>
          <p:spPr>
            <a:xfrm>
              <a:off x="8043992" y="3587315"/>
              <a:ext cx="787395"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04</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102" name="文本框 101"/>
            <p:cNvSpPr txBox="1"/>
            <p:nvPr>
              <p:custDataLst>
                <p:tags r:id="rId32"/>
              </p:custDataLst>
            </p:nvPr>
          </p:nvSpPr>
          <p:spPr>
            <a:xfrm>
              <a:off x="8060931" y="3562419"/>
              <a:ext cx="800224" cy="70675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04</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sp>
        <p:nvSpPr>
          <p:cNvPr id="4" name="íṥļîḓê"/>
          <p:cNvSpPr/>
          <p:nvPr>
            <p:custDataLst>
              <p:tags r:id="rId33"/>
            </p:custDataLst>
          </p:nvPr>
        </p:nvSpPr>
        <p:spPr>
          <a:xfrm>
            <a:off x="5878056" y="5564818"/>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5" name="íṥlíḓê"/>
          <p:cNvSpPr/>
          <p:nvPr>
            <p:custDataLst>
              <p:tags r:id="rId34"/>
            </p:custDataLst>
          </p:nvPr>
        </p:nvSpPr>
        <p:spPr>
          <a:xfrm>
            <a:off x="5923909" y="5610036"/>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00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 name="ïśļiḑé"/>
          <p:cNvSpPr/>
          <p:nvPr>
            <p:custDataLst>
              <p:tags r:id="rId35"/>
            </p:custDataLst>
          </p:nvPr>
        </p:nvSpPr>
        <p:spPr>
          <a:xfrm>
            <a:off x="5992826" y="5730324"/>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cxnSp>
        <p:nvCxnSpPr>
          <p:cNvPr id="7" name="直接连接符 6"/>
          <p:cNvCxnSpPr/>
          <p:nvPr>
            <p:custDataLst>
              <p:tags r:id="rId36"/>
            </p:custDataLst>
          </p:nvPr>
        </p:nvCxnSpPr>
        <p:spPr>
          <a:xfrm flipV="1">
            <a:off x="6691859" y="6008580"/>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custDataLst>
              <p:tags r:id="rId37"/>
            </p:custDataLst>
          </p:nvPr>
        </p:nvGrpSpPr>
        <p:grpSpPr>
          <a:xfrm>
            <a:off x="6770160" y="5138030"/>
            <a:ext cx="870151" cy="981579"/>
            <a:chOff x="7961236" y="3587315"/>
            <a:chExt cx="870151" cy="981579"/>
          </a:xfrm>
        </p:grpSpPr>
        <p:sp>
          <p:nvSpPr>
            <p:cNvPr id="9" name="文本框 8"/>
            <p:cNvSpPr txBox="1"/>
            <p:nvPr>
              <p:custDataLst>
                <p:tags r:id="rId38"/>
              </p:custDataLst>
            </p:nvPr>
          </p:nvSpPr>
          <p:spPr>
            <a:xfrm>
              <a:off x="8043992" y="3587315"/>
              <a:ext cx="787395"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04</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10" name="文本框 9"/>
            <p:cNvSpPr txBox="1"/>
            <p:nvPr>
              <p:custDataLst>
                <p:tags r:id="rId39"/>
              </p:custDataLst>
            </p:nvPr>
          </p:nvSpPr>
          <p:spPr>
            <a:xfrm>
              <a:off x="7961236" y="3862139"/>
              <a:ext cx="800224" cy="70675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05</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sp>
        <p:nvSpPr>
          <p:cNvPr id="11" name="文本框 10"/>
          <p:cNvSpPr txBox="1"/>
          <p:nvPr>
            <p:custDataLst>
              <p:tags r:id="rId40"/>
            </p:custDataLst>
          </p:nvPr>
        </p:nvSpPr>
        <p:spPr>
          <a:xfrm>
            <a:off x="7449811" y="5487610"/>
            <a:ext cx="2774093"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项目团队</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grpSp>
        <p:nvGrpSpPr>
          <p:cNvPr id="12" name="组合 11"/>
          <p:cNvGrpSpPr/>
          <p:nvPr>
            <p:custDataLst>
              <p:tags r:id="rId41"/>
            </p:custDataLst>
          </p:nvPr>
        </p:nvGrpSpPr>
        <p:grpSpPr>
          <a:xfrm>
            <a:off x="6274136" y="4562243"/>
            <a:ext cx="495959" cy="495959"/>
            <a:chOff x="7112947" y="2706714"/>
            <a:chExt cx="495959" cy="495959"/>
          </a:xfrm>
        </p:grpSpPr>
        <p:sp>
          <p:nvSpPr>
            <p:cNvPr id="13" name="íṥļîḓê"/>
            <p:cNvSpPr/>
            <p:nvPr>
              <p:custDataLst>
                <p:tags r:id="rId42"/>
              </p:custDataLst>
            </p:nvPr>
          </p:nvSpPr>
          <p:spPr>
            <a:xfrm>
              <a:off x="7112947" y="2706714"/>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4" name="íṥlíḓê"/>
            <p:cNvSpPr/>
            <p:nvPr>
              <p:custDataLst>
                <p:tags r:id="rId43"/>
              </p:custDataLst>
            </p:nvPr>
          </p:nvSpPr>
          <p:spPr>
            <a:xfrm>
              <a:off x="7158800" y="2752567"/>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00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5" name="ïśļiḑé"/>
            <p:cNvSpPr/>
            <p:nvPr>
              <p:custDataLst>
                <p:tags r:id="rId44"/>
              </p:custDataLst>
            </p:nvPr>
          </p:nvSpPr>
          <p:spPr>
            <a:xfrm>
              <a:off x="7236607" y="2872855"/>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90501" y="4189677"/>
            <a:ext cx="5368944" cy="725488"/>
          </a:xfrm>
        </p:spPr>
        <p:txBody>
          <a:bodyPr/>
          <a:lstStyle/>
          <a:p>
            <a:r>
              <a:rPr lang="zh-CN" altLang="en-US" dirty="0">
                <a:ea typeface="+mn-ea"/>
                <a:cs typeface="+mn-ea"/>
              </a:rPr>
              <a:t>研究背景</a:t>
            </a:r>
            <a:endParaRPr lang="zh-CN" altLang="en-US" dirty="0">
              <a:ea typeface="+mn-ea"/>
              <a:cs typeface="+mn-ea"/>
            </a:endParaRPr>
          </a:p>
        </p:txBody>
      </p:sp>
      <p:sp>
        <p:nvSpPr>
          <p:cNvPr id="8" name="文本占位符 7"/>
          <p:cNvSpPr>
            <a:spLocks noGrp="1"/>
          </p:cNvSpPr>
          <p:nvPr>
            <p:ph type="body" sz="quarter" idx="11"/>
          </p:nvPr>
        </p:nvSpPr>
        <p:spPr>
          <a:xfrm>
            <a:off x="-190501" y="4857350"/>
            <a:ext cx="5368944" cy="424732"/>
          </a:xfrm>
        </p:spPr>
        <p:txBody>
          <a:bodyPr/>
          <a:lstStyle/>
          <a:p>
            <a:r>
              <a:rPr lang="en-US" altLang="zh-CN" spc="500" dirty="0">
                <a:solidFill>
                  <a:prstClr val="white">
                    <a:lumMod val="75000"/>
                  </a:prstClr>
                </a:solidFill>
                <a:cs typeface="+mn-ea"/>
              </a:rPr>
              <a:t>Paper Background</a:t>
            </a:r>
            <a:endParaRPr lang="en-US" altLang="zh-CN" spc="500" dirty="0">
              <a:solidFill>
                <a:prstClr val="white">
                  <a:lumMod val="75000"/>
                </a:prstClr>
              </a:solidFill>
              <a:cs typeface="+mn-ea"/>
            </a:endParaRPr>
          </a:p>
        </p:txBody>
      </p:sp>
      <p:sp>
        <p:nvSpPr>
          <p:cNvPr id="3" name="日期占位符 2"/>
          <p:cNvSpPr>
            <a:spLocks noGrp="1"/>
          </p:cNvSpPr>
          <p:nvPr>
            <p:ph type="dt" sz="half" idx="12"/>
          </p:nvPr>
        </p:nvSpPr>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pic>
        <p:nvPicPr>
          <p:cNvPr id="9" name="图片 8"/>
          <p:cNvPicPr>
            <a:picLocks noChangeAspect="1"/>
          </p:cNvPicPr>
          <p:nvPr/>
        </p:nvPicPr>
        <p:blipFill>
          <a:blip r:embed="rId1"/>
          <a:srcRect l="22592" t="13433" r="22592" b="26261"/>
          <a:stretch>
            <a:fillRect/>
          </a:stretch>
        </p:blipFill>
        <p:spPr>
          <a:xfrm>
            <a:off x="904820"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216933" y="347251"/>
            <a:ext cx="8920029" cy="399415"/>
          </a:xfrm>
        </p:spPr>
        <p:txBody>
          <a:bodyPr/>
          <a:lstStyle/>
          <a:p>
            <a:r>
              <a:rPr lang="zh-CN" altLang="en-US" dirty="0"/>
              <a:t>南极光伏</a:t>
            </a:r>
            <a:r>
              <a:rPr lang="zh-CN" altLang="en-US" dirty="0"/>
              <a:t>研究现状</a:t>
            </a:r>
            <a:endParaRPr lang="en-US" altLang="zh-CN" dirty="0"/>
          </a:p>
        </p:txBody>
      </p:sp>
      <p:sp>
        <p:nvSpPr>
          <p:cNvPr id="4" name="日期占位符 3"/>
          <p:cNvSpPr>
            <a:spLocks noGrp="1"/>
          </p:cNvSpPr>
          <p:nvPr>
            <p:ph type="dt" sz="half" idx="26"/>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5" name="灯片编号占位符 4"/>
          <p:cNvSpPr>
            <a:spLocks noGrp="1"/>
          </p:cNvSpPr>
          <p:nvPr>
            <p:ph type="sldNum" sz="quarter" idx="28"/>
          </p:nvPr>
        </p:nvSpPr>
        <p:spPr/>
        <p:txBody>
          <a:bodyPr/>
          <a:lstStyle/>
          <a:p>
            <a:fld id="{C79ECAFE-A460-4E13-ABCB-32CAE6136244}" type="slidenum">
              <a:rPr lang="zh-CN" altLang="en-US" smtClean="0"/>
            </a:fld>
            <a:endParaRPr lang="zh-CN" altLang="en-US" dirty="0"/>
          </a:p>
        </p:txBody>
      </p:sp>
      <p:graphicFrame>
        <p:nvGraphicFramePr>
          <p:cNvPr id="36" name="表格 36"/>
          <p:cNvGraphicFramePr>
            <a:graphicFrameLocks noGrp="1"/>
          </p:cNvGraphicFramePr>
          <p:nvPr>
            <p:custDataLst>
              <p:tags r:id="rId1"/>
            </p:custDataLst>
          </p:nvPr>
        </p:nvGraphicFramePr>
        <p:xfrm>
          <a:off x="4260215" y="852170"/>
          <a:ext cx="7258685" cy="5913120"/>
        </p:xfrm>
        <a:graphic>
          <a:graphicData uri="http://schemas.openxmlformats.org/drawingml/2006/table">
            <a:tbl>
              <a:tblPr firstRow="1" bandRow="1">
                <a:tableStyleId>{5C22544A-7EE6-4342-B048-85BDC9FD1C3A}</a:tableStyleId>
              </a:tblPr>
              <a:tblGrid>
                <a:gridCol w="373380"/>
                <a:gridCol w="2294255"/>
                <a:gridCol w="2296160"/>
                <a:gridCol w="2294890"/>
              </a:tblGrid>
              <a:tr h="944880">
                <a:tc>
                  <a:txBody>
                    <a:bodyPr/>
                    <a:lstStyle/>
                    <a:p>
                      <a:pPr algn="ctr"/>
                      <a:r>
                        <a:rPr lang="zh-CN" altLang="en-US" sz="1400" dirty="0">
                          <a:latin typeface="+mj-ea"/>
                          <a:ea typeface="+mj-ea"/>
                        </a:rPr>
                        <a:t>环境特性</a:t>
                      </a:r>
                      <a:endParaRPr lang="zh-CN" altLang="en-US" sz="1400" dirty="0">
                        <a:latin typeface="+mj-ea"/>
                        <a:ea typeface="+mj-ea"/>
                      </a:endParaRPr>
                    </a:p>
                  </a:txBody>
                  <a:tcPr/>
                </a:tc>
                <a:tc>
                  <a:txBody>
                    <a:bodyPr/>
                    <a:lstStyle/>
                    <a:p>
                      <a:pPr algn="ctr"/>
                      <a:r>
                        <a:rPr lang="zh-CN" altLang="en-US" sz="1400" dirty="0">
                          <a:latin typeface="+mj-ea"/>
                          <a:ea typeface="+mj-ea"/>
                        </a:rPr>
                        <a:t>常规地区</a:t>
                      </a:r>
                      <a:endParaRPr lang="zh-CN" altLang="en-US" sz="1400" dirty="0">
                        <a:latin typeface="+mj-ea"/>
                        <a:ea typeface="+mj-ea"/>
                      </a:endParaRPr>
                    </a:p>
                  </a:txBody>
                  <a:tcPr/>
                </a:tc>
                <a:tc>
                  <a:txBody>
                    <a:bodyPr/>
                    <a:p>
                      <a:pPr>
                        <a:buNone/>
                      </a:pPr>
                      <a:r>
                        <a:rPr lang="zh-CN" altLang="en-US"/>
                        <a:t>南极地区</a:t>
                      </a:r>
                      <a:endParaRPr lang="zh-CN" altLang="en-US"/>
                    </a:p>
                  </a:txBody>
                  <a:tcPr/>
                </a:tc>
                <a:tc>
                  <a:txBody>
                    <a:bodyPr/>
                    <a:p>
                      <a:pPr>
                        <a:buNone/>
                      </a:pPr>
                      <a:r>
                        <a:rPr lang="zh-CN" altLang="en-US"/>
                        <a:t>对光伏系统的影响</a:t>
                      </a:r>
                      <a:endParaRPr lang="zh-CN" altLang="en-US"/>
                    </a:p>
                  </a:txBody>
                  <a:tcPr/>
                </a:tc>
              </a:tr>
              <a:tr h="944880">
                <a:tc>
                  <a:txBody>
                    <a:bodyPr/>
                    <a:lstStyle/>
                    <a:p>
                      <a:r>
                        <a:rPr lang="zh-CN" altLang="en-US" sz="1400" b="1" dirty="0">
                          <a:latin typeface="+mj-ea"/>
                          <a:ea typeface="+mj-ea"/>
                        </a:rPr>
                        <a:t>太阳轨迹</a:t>
                      </a:r>
                      <a:endParaRPr lang="zh-CN" altLang="en-US" sz="1400" b="1" dirty="0">
                        <a:latin typeface="+mj-ea"/>
                        <a:ea typeface="+mj-ea"/>
                      </a:endParaRPr>
                    </a:p>
                  </a:txBody>
                  <a:tcPr/>
                </a:tc>
                <a:tc>
                  <a:txBody>
                    <a:bodyPr/>
                    <a:lstStyle/>
                    <a:p>
                      <a:r>
                        <a:rPr lang="zh-CN" altLang="en-US" sz="1400" dirty="0">
                          <a:latin typeface="+mj-ea"/>
                          <a:ea typeface="+mj-ea"/>
                        </a:rPr>
                        <a:t>东升西落，高度角变化大</a:t>
                      </a:r>
                      <a:endParaRPr lang="zh-CN" altLang="en-US" sz="1400" dirty="0">
                        <a:latin typeface="+mj-ea"/>
                        <a:ea typeface="+mj-ea"/>
                      </a:endParaRPr>
                    </a:p>
                  </a:txBody>
                  <a:tcPr/>
                </a:tc>
                <a:tc>
                  <a:txBody>
                    <a:bodyPr/>
                    <a:p>
                      <a:pPr>
                        <a:buNone/>
                      </a:pPr>
                      <a:r>
                        <a:rPr lang="zh-CN" altLang="en-US"/>
                        <a:t>环形运动，长期低高度角 (θ&lt;10°)</a:t>
                      </a:r>
                      <a:endParaRPr lang="zh-CN" altLang="en-US"/>
                    </a:p>
                  </a:txBody>
                  <a:tcPr/>
                </a:tc>
                <a:tc>
                  <a:txBody>
                    <a:bodyPr/>
                    <a:p>
                      <a:pPr>
                        <a:buNone/>
                      </a:pPr>
                      <a:r>
                        <a:rPr lang="zh-CN" altLang="en-US"/>
                        <a:t>入射角损失大，传统辐照度模型失效</a:t>
                      </a:r>
                      <a:endParaRPr lang="zh-CN" altLang="en-US"/>
                    </a:p>
                  </a:txBody>
                  <a:tcPr/>
                </a:tc>
              </a:tr>
              <a:tr h="944880">
                <a:tc>
                  <a:txBody>
                    <a:bodyPr/>
                    <a:lstStyle/>
                    <a:p>
                      <a:r>
                        <a:rPr lang="zh-CN" altLang="en-US" sz="1400" b="1" dirty="0">
                          <a:latin typeface="+mj-ea"/>
                          <a:ea typeface="+mj-ea"/>
                        </a:rPr>
                        <a:t>光照周期</a:t>
                      </a:r>
                      <a:endParaRPr lang="zh-CN" altLang="en-US" sz="1400" b="1" dirty="0">
                        <a:latin typeface="+mj-ea"/>
                        <a:ea typeface="+mj-ea"/>
                      </a:endParaRPr>
                    </a:p>
                  </a:txBody>
                  <a:tcPr/>
                </a:tc>
                <a:tc>
                  <a:txBody>
                    <a:bodyPr/>
                    <a:lstStyle/>
                    <a:p>
                      <a:r>
                        <a:rPr lang="zh-CN" altLang="en-US" sz="1400" dirty="0">
                          <a:latin typeface="+mj-ea"/>
                          <a:ea typeface="+mj-ea"/>
                        </a:rPr>
                        <a:t>昼夜交替规律</a:t>
                      </a:r>
                      <a:endParaRPr lang="zh-CN" altLang="en-US" sz="1400" dirty="0">
                        <a:latin typeface="+mj-ea"/>
                        <a:ea typeface="+mj-ea"/>
                      </a:endParaRPr>
                    </a:p>
                  </a:txBody>
                  <a:tcPr/>
                </a:tc>
                <a:tc>
                  <a:txBody>
                    <a:bodyPr/>
                    <a:p>
                      <a:pPr>
                        <a:buNone/>
                      </a:pPr>
                      <a:r>
                        <a:rPr lang="zh-CN" altLang="en-US"/>
                        <a:t>极昼、极夜交替</a:t>
                      </a:r>
                      <a:endParaRPr lang="zh-CN" altLang="en-US"/>
                    </a:p>
                  </a:txBody>
                  <a:tcPr/>
                </a:tc>
                <a:tc>
                  <a:txBody>
                    <a:bodyPr/>
                    <a:p>
                      <a:pPr>
                        <a:buNone/>
                      </a:pPr>
                      <a:r>
                        <a:rPr lang="zh-CN" altLang="en-US"/>
                        <a:t>发电功率波动极端，储能需求特殊</a:t>
                      </a:r>
                      <a:endParaRPr lang="zh-CN" altLang="en-US"/>
                    </a:p>
                  </a:txBody>
                  <a:tcPr/>
                </a:tc>
              </a:tr>
              <a:tr h="944880">
                <a:tc>
                  <a:txBody>
                    <a:bodyPr/>
                    <a:lstStyle/>
                    <a:p>
                      <a:r>
                        <a:rPr lang="zh-CN" altLang="en-US" sz="1400" b="1" dirty="0">
                          <a:latin typeface="+mj-ea"/>
                          <a:ea typeface="+mj-ea"/>
                        </a:rPr>
                        <a:t>地面反射</a:t>
                      </a:r>
                      <a:endParaRPr lang="zh-CN" altLang="en-US" sz="1400" b="1" dirty="0">
                        <a:latin typeface="+mj-ea"/>
                        <a:ea typeface="+mj-ea"/>
                      </a:endParaRPr>
                    </a:p>
                  </a:txBody>
                  <a:tcPr/>
                </a:tc>
                <a:tc>
                  <a:txBody>
                    <a:bodyPr/>
                    <a:lstStyle/>
                    <a:p>
                      <a:r>
                        <a:rPr lang="zh-CN" altLang="en-US" sz="1400" dirty="0">
                          <a:latin typeface="+mj-ea"/>
                          <a:ea typeface="+mj-ea"/>
                        </a:rPr>
                        <a:t>反射率低 (10%-30%)</a:t>
                      </a:r>
                      <a:endParaRPr lang="zh-CN" altLang="en-US" sz="1400" dirty="0">
                        <a:latin typeface="+mj-ea"/>
                        <a:ea typeface="+mj-ea"/>
                      </a:endParaRPr>
                    </a:p>
                  </a:txBody>
                  <a:tcPr/>
                </a:tc>
                <a:tc>
                  <a:txBody>
                    <a:bodyPr/>
                    <a:p>
                      <a:pPr>
                        <a:buNone/>
                      </a:pPr>
                      <a:r>
                        <a:rPr lang="zh-CN" altLang="en-US"/>
                        <a:t>雪地反照率高 (0.8-0.9)</a:t>
                      </a:r>
                      <a:endParaRPr lang="zh-CN" altLang="en-US"/>
                    </a:p>
                  </a:txBody>
                  <a:tcPr/>
                </a:tc>
                <a:tc>
                  <a:txBody>
                    <a:bodyPr/>
                    <a:p>
                      <a:pPr>
                        <a:buNone/>
                      </a:pPr>
                      <a:r>
                        <a:rPr lang="zh-CN" altLang="en-US"/>
                        <a:t>双面组件增益显著，但光谱失配严重</a:t>
                      </a:r>
                      <a:endParaRPr lang="zh-CN" altLang="en-US"/>
                    </a:p>
                  </a:txBody>
                  <a:tcPr/>
                </a:tc>
              </a:tr>
              <a:tr h="944880">
                <a:tc>
                  <a:txBody>
                    <a:bodyPr/>
                    <a:lstStyle/>
                    <a:p>
                      <a:r>
                        <a:rPr lang="zh-CN" altLang="en-US" sz="1400" b="1" dirty="0">
                          <a:latin typeface="+mj-ea"/>
                          <a:ea typeface="+mj-ea"/>
                        </a:rPr>
                        <a:t>温度范围</a:t>
                      </a:r>
                      <a:endParaRPr lang="zh-CN" altLang="en-US" sz="1400" b="1" dirty="0">
                        <a:latin typeface="+mj-ea"/>
                        <a:ea typeface="+mj-ea"/>
                      </a:endParaRPr>
                    </a:p>
                  </a:txBody>
                  <a:tcPr/>
                </a:tc>
                <a:tc>
                  <a:txBody>
                    <a:bodyPr/>
                    <a:lstStyle/>
                    <a:p>
                      <a:r>
                        <a:rPr lang="zh-CN" altLang="en-US" sz="1400" dirty="0">
                          <a:solidFill>
                            <a:srgbClr val="FF0000"/>
                          </a:solidFill>
                          <a:highlight>
                            <a:srgbClr val="FFFF00"/>
                          </a:highlight>
                          <a:latin typeface="+mj-ea"/>
                          <a:ea typeface="+mj-ea"/>
                        </a:rPr>
                        <a:t>-20℃~40℃</a:t>
                      </a:r>
                      <a:endParaRPr lang="zh-CN" altLang="en-US" sz="1400" dirty="0">
                        <a:solidFill>
                          <a:srgbClr val="FF0000"/>
                        </a:solidFill>
                        <a:highlight>
                          <a:srgbClr val="FFFF00"/>
                        </a:highlight>
                        <a:latin typeface="+mj-ea"/>
                        <a:ea typeface="+mj-ea"/>
                      </a:endParaRPr>
                    </a:p>
                  </a:txBody>
                  <a:tcPr/>
                </a:tc>
                <a:tc>
                  <a:txBody>
                    <a:bodyPr/>
                    <a:p>
                      <a:pPr>
                        <a:buNone/>
                      </a:pPr>
                      <a:r>
                        <a:rPr lang="zh-CN" altLang="en-US"/>
                        <a:t>-60℃~0℃</a:t>
                      </a:r>
                      <a:endParaRPr lang="zh-CN" altLang="en-US"/>
                    </a:p>
                  </a:txBody>
                  <a:tcPr/>
                </a:tc>
                <a:tc>
                  <a:txBody>
                    <a:bodyPr/>
                    <a:p>
                      <a:pPr>
                        <a:buNone/>
                      </a:pPr>
                      <a:r>
                        <a:rPr lang="zh-CN" altLang="en-US"/>
                        <a:t>组件电气特性改变，积雪难以融化</a:t>
                      </a:r>
                      <a:endParaRPr lang="zh-CN" altLang="en-US"/>
                    </a:p>
                  </a:txBody>
                  <a:tcPr/>
                </a:tc>
              </a:tr>
              <a:tr h="1188720">
                <a:tc>
                  <a:txBody>
                    <a:bodyPr/>
                    <a:p>
                      <a:pPr>
                        <a:buNone/>
                      </a:pPr>
                      <a:r>
                        <a:rPr lang="zh-CN" altLang="en-US"/>
                        <a:t>主要载荷</a:t>
                      </a:r>
                      <a:endParaRPr lang="zh-CN" altLang="en-US"/>
                    </a:p>
                  </a:txBody>
                  <a:tcPr/>
                </a:tc>
                <a:tc>
                  <a:txBody>
                    <a:bodyPr/>
                    <a:p>
                      <a:pPr>
                        <a:buNone/>
                      </a:pPr>
                      <a:r>
                        <a:rPr lang="zh-CN" altLang="en-US"/>
                        <a:t>风载、少量雨雪</a:t>
                      </a:r>
                      <a:endParaRPr lang="zh-CN" altLang="en-US"/>
                    </a:p>
                  </a:txBody>
                  <a:tcPr/>
                </a:tc>
                <a:tc>
                  <a:txBody>
                    <a:bodyPr/>
                    <a:p>
                      <a:pPr>
                        <a:buNone/>
                      </a:pPr>
                      <a:r>
                        <a:rPr lang="zh-CN" altLang="en-US"/>
                        <a:t>强风 + 长期积雪 + 冰冻</a:t>
                      </a:r>
                      <a:endParaRPr lang="zh-CN" altLang="en-US"/>
                    </a:p>
                  </a:txBody>
                  <a:tcPr/>
                </a:tc>
                <a:tc>
                  <a:txBody>
                    <a:bodyPr/>
                    <a:p>
                      <a:pPr>
                        <a:buNone/>
                      </a:pPr>
                      <a:r>
                        <a:rPr lang="zh-CN" altLang="en-US"/>
                        <a:t>积雪遮挡是最大发电损失来源</a:t>
                      </a:r>
                      <a:endParaRPr lang="zh-CN" altLang="en-US"/>
                    </a:p>
                  </a:txBody>
                  <a:tcPr/>
                </a:tc>
              </a:tr>
            </a:tbl>
          </a:graphicData>
        </a:graphic>
      </p:graphicFrame>
      <p:sp>
        <p:nvSpPr>
          <p:cNvPr id="2" name="文本框 1"/>
          <p:cNvSpPr txBox="1"/>
          <p:nvPr/>
        </p:nvSpPr>
        <p:spPr>
          <a:xfrm>
            <a:off x="1164590" y="957580"/>
            <a:ext cx="3016885" cy="5494655"/>
          </a:xfrm>
          <a:prstGeom prst="rect">
            <a:avLst/>
          </a:prstGeom>
          <a:noFill/>
        </p:spPr>
        <p:txBody>
          <a:bodyPr wrap="square" rtlCol="0">
            <a:noAutofit/>
          </a:bodyPr>
          <a:lstStyle/>
          <a:p>
            <a:pPr>
              <a:lnSpc>
                <a:spcPct val="150000"/>
              </a:lnSpc>
            </a:pPr>
            <a:r>
              <a:rPr lang="zh-CN" altLang="en-US" b="1" dirty="0">
                <a:latin typeface="+mj-ea"/>
                <a:ea typeface="+mj-ea"/>
              </a:rPr>
              <a:t>全球能源转型加速，可再生能源向极端环境拓展，而南极科考站能源供给依赖柴油运输，成本高、污染大、补给困难；同时极地无人观测站、通信基站等设施对自主清洁能源的需求迫切，</a:t>
            </a:r>
            <a:r>
              <a:rPr lang="zh-CN" altLang="en-US" b="1" dirty="0">
                <a:latin typeface="+mj-ea"/>
                <a:ea typeface="+mj-ea"/>
              </a:rPr>
              <a:t>虽然光伏是极地最具潜力的可再生能源技术，但传统设计方案完全不适用。 </a:t>
            </a:r>
            <a:endParaRPr lang="zh-CN" altLang="en-US" b="1" dirty="0">
              <a:latin typeface="+mj-ea"/>
              <a:ea typeface="+mj-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216933" y="347251"/>
            <a:ext cx="8920029" cy="399415"/>
          </a:xfrm>
        </p:spPr>
        <p:txBody>
          <a:bodyPr/>
          <a:lstStyle/>
          <a:p>
            <a:pPr algn="l">
              <a:buClrTx/>
              <a:buSzTx/>
            </a:pPr>
            <a:r>
              <a:rPr lang="zh-CN" altLang="en-US" dirty="0"/>
              <a:t>当前研究</a:t>
            </a:r>
            <a:r>
              <a:rPr lang="zh-CN" altLang="en-US" dirty="0"/>
              <a:t>局限性</a:t>
            </a:r>
            <a:endParaRPr lang="zh-CN" altLang="en-US" dirty="0"/>
          </a:p>
        </p:txBody>
      </p:sp>
      <p:sp>
        <p:nvSpPr>
          <p:cNvPr id="4" name="日期占位符 3"/>
          <p:cNvSpPr>
            <a:spLocks noGrp="1"/>
          </p:cNvSpPr>
          <p:nvPr>
            <p:ph type="dt" sz="half" idx="26"/>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5" name="灯片编号占位符 4"/>
          <p:cNvSpPr>
            <a:spLocks noGrp="1"/>
          </p:cNvSpPr>
          <p:nvPr>
            <p:ph type="sldNum" sz="quarter" idx="28"/>
          </p:nvPr>
        </p:nvSpPr>
        <p:spPr/>
        <p:txBody>
          <a:bodyPr/>
          <a:lstStyle/>
          <a:p>
            <a:fld id="{C79ECAFE-A460-4E13-ABCB-32CAE6136244}" type="slidenum">
              <a:rPr lang="zh-CN" altLang="en-US" smtClean="0"/>
            </a:fld>
            <a:endParaRPr lang="zh-CN" altLang="en-US" dirty="0"/>
          </a:p>
        </p:txBody>
      </p:sp>
      <p:sp>
        <p:nvSpPr>
          <p:cNvPr id="63" name="文本框 62"/>
          <p:cNvSpPr txBox="1"/>
          <p:nvPr/>
        </p:nvSpPr>
        <p:spPr>
          <a:xfrm>
            <a:off x="660400" y="968375"/>
            <a:ext cx="5331460" cy="5534660"/>
          </a:xfrm>
          <a:prstGeom prst="rect">
            <a:avLst/>
          </a:prstGeom>
          <a:noFill/>
        </p:spPr>
        <p:txBody>
          <a:bodyPr wrap="square" rtlCol="0">
            <a:noAutofit/>
          </a:bodyPr>
          <a:lstStyle/>
          <a:p>
            <a:r>
              <a:rPr lang="zh-CN" altLang="en-US" dirty="0">
                <a:latin typeface="华文楷体" panose="02010600040101010101" pitchFamily="2" charset="-122"/>
                <a:ea typeface="华文楷体" panose="02010600040101010101" pitchFamily="2" charset="-122"/>
              </a:rPr>
              <a:t>目前国内外针对极地光伏的研究主要集中在单点技术改进，缺乏系统性的优化设计，主要存在以下三大局限：</a:t>
            </a:r>
            <a:endParaRPr lang="zh-CN" altLang="en-US" dirty="0">
              <a:latin typeface="华文楷体" panose="02010600040101010101" pitchFamily="2" charset="-122"/>
              <a:ea typeface="华文楷体" panose="02010600040101010101" pitchFamily="2" charset="-122"/>
            </a:endParaRPr>
          </a:p>
          <a:p>
            <a:r>
              <a:rPr lang="en-US" altLang="zh-CN"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技术路线单一：局限于高倾角固定支架、双面组件等单点技术，没有考虑不同技术之间的协同配合。例如，高倾角固定支架能提高直射光的接收效率，但会导致积雪不易滑落；双面组件虽然能利用地面反射光，但没有考虑雪地光谱与硅光伏板的失配问题。</a:t>
            </a:r>
            <a:endParaRPr lang="zh-CN" altLang="en-US" dirty="0">
              <a:latin typeface="华文楷体" panose="02010600040101010101" pitchFamily="2" charset="-122"/>
              <a:ea typeface="华文楷体" panose="02010600040101010101" pitchFamily="2" charset="-122"/>
            </a:endParaRPr>
          </a:p>
          <a:p>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模型精度不足：常规的辐照度计算模型和雪损模型都是基于中低纬度地区的环境特征建立的，在南极极端环境下存在显著误差。</a:t>
            </a:r>
            <a:endParaRPr lang="zh-CN" altLang="en-US" dirty="0">
              <a:latin typeface="华文楷体" panose="02010600040101010101" pitchFamily="2" charset="-122"/>
              <a:ea typeface="华文楷体" panose="02010600040101010101" pitchFamily="2" charset="-122"/>
            </a:endParaRPr>
          </a:p>
          <a:p>
            <a:r>
              <a:rPr lang="en-US" altLang="zh-CN" dirty="0">
                <a:latin typeface="华文楷体" panose="02010600040101010101" pitchFamily="2" charset="-122"/>
                <a:ea typeface="华文楷体" panose="02010600040101010101" pitchFamily="2" charset="-122"/>
              </a:rPr>
              <a:t>3.</a:t>
            </a:r>
            <a:r>
              <a:rPr lang="zh-CN" altLang="en-US" dirty="0">
                <a:latin typeface="华文楷体" panose="02010600040101010101" pitchFamily="2" charset="-122"/>
                <a:ea typeface="华文楷体" panose="02010600040101010101" pitchFamily="2" charset="-122"/>
              </a:rPr>
              <a:t>缺乏实地验证：大部分研究都是基于模拟数据或北极地区的实测数据，缺少我国主要科考站的实地数据验证，导致设计方案与南极实际情况存在较大偏差。</a:t>
            </a:r>
            <a:endParaRPr lang="zh-CN" altLang="en-US" dirty="0">
              <a:latin typeface="华文楷体" panose="02010600040101010101" pitchFamily="2" charset="-122"/>
              <a:ea typeface="华文楷体" panose="02010600040101010101" pitchFamily="2" charset="-122"/>
            </a:endParaRPr>
          </a:p>
        </p:txBody>
      </p:sp>
      <p:pic>
        <p:nvPicPr>
          <p:cNvPr id="2" name="图片 5"/>
          <p:cNvPicPr>
            <a:picLocks noChangeAspect="1"/>
          </p:cNvPicPr>
          <p:nvPr/>
        </p:nvPicPr>
        <p:blipFill>
          <a:blip r:embed="rId1"/>
          <a:stretch>
            <a:fillRect/>
          </a:stretch>
        </p:blipFill>
        <p:spPr>
          <a:xfrm>
            <a:off x="6162993" y="968375"/>
            <a:ext cx="5269865" cy="3576320"/>
          </a:xfrm>
          <a:prstGeom prst="rect">
            <a:avLst/>
          </a:prstGeom>
          <a:noFill/>
          <a:ln>
            <a:noFill/>
          </a:ln>
        </p:spPr>
      </p:pic>
      <p:sp>
        <p:nvSpPr>
          <p:cNvPr id="6" name="文本框 5"/>
          <p:cNvSpPr txBox="1"/>
          <p:nvPr/>
        </p:nvSpPr>
        <p:spPr>
          <a:xfrm>
            <a:off x="6663690" y="4768215"/>
            <a:ext cx="5080000" cy="1244600"/>
          </a:xfrm>
          <a:prstGeom prst="rect">
            <a:avLst/>
          </a:prstGeom>
          <a:noFill/>
        </p:spPr>
        <p:txBody>
          <a:bodyPr wrap="square" rtlCol="0">
            <a:noAutofit/>
          </a:bodyPr>
          <a:p>
            <a:r>
              <a:rPr lang="zh-CN" altLang="en-US"/>
              <a:t>图为利用沙子模拟雪对光伏板的</a:t>
            </a:r>
            <a:r>
              <a:rPr lang="zh-CN" altLang="en-US"/>
              <a:t>覆盖</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216933" y="347251"/>
            <a:ext cx="8920029" cy="399415"/>
          </a:xfrm>
        </p:spPr>
        <p:txBody>
          <a:bodyPr/>
          <a:lstStyle/>
          <a:p>
            <a:r>
              <a:rPr lang="zh-CN" altLang="en-US" dirty="0"/>
              <a:t>方案改进</a:t>
            </a:r>
            <a:endParaRPr lang="zh-CN" altLang="en-US" dirty="0">
              <a:highlight>
                <a:srgbClr val="FFFF00"/>
              </a:highlight>
            </a:endParaRPr>
          </a:p>
        </p:txBody>
      </p:sp>
      <p:sp>
        <p:nvSpPr>
          <p:cNvPr id="4" name="日期占位符 3"/>
          <p:cNvSpPr>
            <a:spLocks noGrp="1"/>
          </p:cNvSpPr>
          <p:nvPr>
            <p:ph type="dt" sz="half" idx="26"/>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文本占位符 6"/>
          <p:cNvSpPr>
            <a:spLocks noGrp="1"/>
          </p:cNvSpPr>
          <p:nvPr>
            <p:ph type="body" sz="quarter" idx="30"/>
          </p:nvPr>
        </p:nvSpPr>
        <p:spPr>
          <a:xfrm>
            <a:off x="1150399" y="4153618"/>
            <a:ext cx="3914271" cy="1996808"/>
          </a:xfrm>
        </p:spPr>
        <p:txBody>
          <a:bodyPr/>
          <a:lstStyle/>
          <a:p>
            <a:r>
              <a:rPr lang="zh-CN" altLang="en-US" sz="1600" dirty="0"/>
              <a:t>单块板呈固定角度摆放使得其不能均匀的接收太阳的光照，产生损失，同时由于南极常年降雪使得光伏板会被雪覆盖从而产生雪损，对光能的利用率</a:t>
            </a:r>
            <a:r>
              <a:rPr lang="zh-CN" altLang="en-US" sz="1600" dirty="0"/>
              <a:t>地下。</a:t>
            </a:r>
            <a:endParaRPr lang="zh-CN" altLang="en-US" sz="1600" dirty="0"/>
          </a:p>
        </p:txBody>
      </p:sp>
      <p:sp>
        <p:nvSpPr>
          <p:cNvPr id="16" name="文本占位符 2"/>
          <p:cNvSpPr txBox="1"/>
          <p:nvPr/>
        </p:nvSpPr>
        <p:spPr>
          <a:xfrm>
            <a:off x="1348105" y="1143635"/>
            <a:ext cx="2738120" cy="982345"/>
          </a:xfrm>
          <a:prstGeom prst="rect">
            <a:avLst/>
          </a:prstGeom>
        </p:spPr>
        <p:txBody>
          <a:bodyPr vert="horz" lIns="0" tIns="45720" rIns="91440" bIns="46800" rtlCol="0">
            <a:noAutofit/>
          </a:bodyPr>
          <a:lstStyle>
            <a:lvl1pPr marL="0" indent="0" algn="l" defTabSz="914400" rtl="0" eaLnBrk="1" latinLnBrk="0" hangingPunct="1">
              <a:lnSpc>
                <a:spcPct val="100000"/>
              </a:lnSpc>
              <a:spcBef>
                <a:spcPts val="1000"/>
              </a:spcBef>
              <a:buFont typeface="Arial" panose="020B0604020202020204" pitchFamily="34" charset="0"/>
              <a:buNone/>
              <a:defRPr sz="2000" b="1" kern="1200">
                <a:solidFill>
                  <a:schemeClr val="accent1"/>
                </a:solidFill>
                <a:latin typeface="+mj-ea"/>
                <a:ea typeface="+mj-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ClrTx/>
              <a:buSzTx/>
            </a:pPr>
            <a:r>
              <a:rPr lang="zh-CN" altLang="en-US" dirty="0">
                <a:solidFill>
                  <a:schemeClr val="tx2"/>
                </a:solidFill>
                <a:highlight>
                  <a:srgbClr val="FFFF00"/>
                </a:highlight>
              </a:rPr>
              <a:t>固定角度、单块板摆放</a:t>
            </a:r>
            <a:endParaRPr lang="zh-CN" altLang="en-US" dirty="0">
              <a:solidFill>
                <a:schemeClr val="tx2"/>
              </a:solidFill>
              <a:highlight>
                <a:srgbClr val="FFFF00"/>
              </a:highlight>
            </a:endParaRPr>
          </a:p>
        </p:txBody>
      </p:sp>
      <p:sp>
        <p:nvSpPr>
          <p:cNvPr id="18" name="箭头: 右 17"/>
          <p:cNvSpPr/>
          <p:nvPr/>
        </p:nvSpPr>
        <p:spPr>
          <a:xfrm>
            <a:off x="4086225" y="1341120"/>
            <a:ext cx="2435860" cy="202565"/>
          </a:xfrm>
          <a:prstGeom prst="rightArrow">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占位符 2"/>
          <p:cNvSpPr txBox="1"/>
          <p:nvPr/>
        </p:nvSpPr>
        <p:spPr>
          <a:xfrm>
            <a:off x="7260083" y="1088037"/>
            <a:ext cx="2887074" cy="399415"/>
          </a:xfrm>
          <a:prstGeom prst="rect">
            <a:avLst/>
          </a:prstGeom>
        </p:spPr>
        <p:txBody>
          <a:bodyPr vert="horz" wrap="square" lIns="0" tIns="45720" rIns="91440" bIns="46800" rtlCol="0">
            <a:spAutoFit/>
          </a:bodyPr>
          <a:lstStyle>
            <a:lvl1pPr marL="0" indent="0" algn="l" defTabSz="914400" rtl="0" eaLnBrk="1" latinLnBrk="0" hangingPunct="1">
              <a:lnSpc>
                <a:spcPct val="100000"/>
              </a:lnSpc>
              <a:spcBef>
                <a:spcPts val="1000"/>
              </a:spcBef>
              <a:buFont typeface="Arial" panose="020B0604020202020204" pitchFamily="34" charset="0"/>
              <a:buNone/>
              <a:defRPr sz="2000" b="1" kern="1200">
                <a:solidFill>
                  <a:schemeClr val="accent1"/>
                </a:solidFill>
                <a:latin typeface="+mj-ea"/>
                <a:ea typeface="+mj-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tx2"/>
                </a:solidFill>
                <a:highlight>
                  <a:srgbClr val="FFFF00"/>
                </a:highlight>
              </a:rPr>
              <a:t>不同组合方式</a:t>
            </a:r>
            <a:r>
              <a:rPr lang="zh-CN" altLang="en-US" dirty="0">
                <a:solidFill>
                  <a:schemeClr val="tx2"/>
                </a:solidFill>
                <a:highlight>
                  <a:srgbClr val="FFFF00"/>
                </a:highlight>
              </a:rPr>
              <a:t>摆放</a:t>
            </a:r>
            <a:endParaRPr lang="zh-CN" altLang="en-US" dirty="0">
              <a:solidFill>
                <a:schemeClr val="tx2"/>
              </a:solidFill>
              <a:highlight>
                <a:srgbClr val="FFFF00"/>
              </a:highlight>
            </a:endParaRPr>
          </a:p>
        </p:txBody>
      </p:sp>
      <p:sp>
        <p:nvSpPr>
          <p:cNvPr id="27" name="文本占位符 6"/>
          <p:cNvSpPr txBox="1"/>
          <p:nvPr/>
        </p:nvSpPr>
        <p:spPr>
          <a:xfrm>
            <a:off x="6644640" y="4153535"/>
            <a:ext cx="4592955" cy="2296160"/>
          </a:xfrm>
          <a:prstGeom prst="rect">
            <a:avLst/>
          </a:prstGeom>
        </p:spPr>
        <p:txBody>
          <a:bodyPr vert="horz" wrap="square" lIns="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dirty="0"/>
              <a:t>多个面组合摆放使</a:t>
            </a:r>
            <a:r>
              <a:rPr lang="zh-CN" altLang="en-US" sz="1600" dirty="0"/>
              <a:t>每个面分别朝向不同的方位角，能够 360° 接收太阳环形运动产生的光照，避免了单一角度组件在太阳方位角变化时的辐照度损失</a:t>
            </a:r>
            <a:r>
              <a:rPr lang="en-US" altLang="zh-CN" sz="1600" dirty="0"/>
              <a:t>  </a:t>
            </a:r>
            <a:endParaRPr lang="en-US" altLang="zh-CN" sz="1600" dirty="0"/>
          </a:p>
          <a:p>
            <a:r>
              <a:rPr lang="zh-CN" altLang="en-US" sz="1600" dirty="0"/>
              <a:t>垂直摆放的组件表面积雪容易自然滑落，大幅减少了积雪覆盖时间和雪损率。同时，组件背面能够吸收地面反射的阳光，产生的热量有助于加速积雪融化</a:t>
            </a:r>
            <a:endParaRPr lang="zh-CN" altLang="en-US" sz="1600" dirty="0"/>
          </a:p>
        </p:txBody>
      </p:sp>
      <p:pic>
        <p:nvPicPr>
          <p:cNvPr id="2097173" name="图片 2097172"/>
          <p:cNvPicPr/>
          <p:nvPr/>
        </p:nvPicPr>
        <p:blipFill rotWithShape="1">
          <a:blip r:embed="rId1"/>
          <a:stretch>
            <a:fillRect/>
          </a:stretch>
        </p:blipFill>
        <p:spPr bwMode="auto">
          <a:xfrm>
            <a:off x="6521450" y="1795145"/>
            <a:ext cx="4363720" cy="216090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图片 4"/>
          <p:cNvPicPr>
            <a:picLocks noChangeAspect="1"/>
          </p:cNvPicPr>
          <p:nvPr/>
        </p:nvPicPr>
        <p:blipFill rotWithShape="1">
          <a:blip r:embed="rId2"/>
          <a:stretch>
            <a:fillRect/>
          </a:stretch>
        </p:blipFill>
        <p:spPr bwMode="auto">
          <a:xfrm>
            <a:off x="1216660" y="1737360"/>
            <a:ext cx="3215640" cy="24199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t>研究内容</a:t>
            </a:r>
            <a:endParaRPr lang="zh-CN" altLang="en-US" dirty="0"/>
          </a:p>
        </p:txBody>
      </p:sp>
      <p:sp>
        <p:nvSpPr>
          <p:cNvPr id="6" name="文本占位符 5"/>
          <p:cNvSpPr>
            <a:spLocks noGrp="1"/>
          </p:cNvSpPr>
          <p:nvPr>
            <p:ph type="body" sz="quarter" idx="11"/>
          </p:nvPr>
        </p:nvSpPr>
        <p:spPr/>
        <p:txBody>
          <a:bodyPr/>
          <a:lstStyle/>
          <a:p>
            <a:r>
              <a:rPr lang="en-US" altLang="zh-CN" dirty="0"/>
              <a:t>Research Structure</a:t>
            </a:r>
            <a:endParaRPr lang="en-US" altLang="zh-CN" dirty="0"/>
          </a:p>
        </p:txBody>
      </p:sp>
      <p:sp>
        <p:nvSpPr>
          <p:cNvPr id="4" name="日期占位符 3"/>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cs"/>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cs"/>
            </a:endParaRPr>
          </a:p>
        </p:txBody>
      </p:sp>
      <p:pic>
        <p:nvPicPr>
          <p:cNvPr id="7" name="图片 6"/>
          <p:cNvPicPr>
            <a:picLocks noChangeAspect="1"/>
          </p:cNvPicPr>
          <p:nvPr/>
        </p:nvPicPr>
        <p:blipFill>
          <a:blip r:embed="rId1"/>
          <a:srcRect l="24588" t="13433" r="24588" b="26261"/>
          <a:stretch>
            <a:fillRect/>
          </a:stretch>
        </p:blipFill>
        <p:spPr>
          <a:xfrm>
            <a:off x="1113695"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1"/>
          <a:stretch>
            <a:fillRect/>
          </a:stretch>
        </p:blipFill>
        <p:spPr>
          <a:xfrm>
            <a:off x="153035" y="4968875"/>
            <a:ext cx="11991975" cy="1889125"/>
          </a:xfrm>
          <a:prstGeom prst="rect">
            <a:avLst/>
          </a:prstGeom>
        </p:spPr>
      </p:pic>
      <p:sp>
        <p:nvSpPr>
          <p:cNvPr id="49" name="矩形 48"/>
          <p:cNvSpPr/>
          <p:nvPr>
            <p:custDataLst>
              <p:tags r:id="rId2"/>
            </p:custDataLst>
          </p:nvPr>
        </p:nvSpPr>
        <p:spPr>
          <a:xfrm>
            <a:off x="1290320" y="1458595"/>
            <a:ext cx="9610725" cy="3232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7" name="文本占位符 6"/>
          <p:cNvSpPr>
            <a:spLocks noGrp="1"/>
          </p:cNvSpPr>
          <p:nvPr>
            <p:ph type="body" sz="quarter" idx="11"/>
          </p:nvPr>
        </p:nvSpPr>
        <p:spPr>
          <a:xfrm>
            <a:off x="1216933" y="347251"/>
            <a:ext cx="8920029" cy="399415"/>
          </a:xfrm>
        </p:spPr>
        <p:txBody>
          <a:bodyPr/>
          <a:lstStyle/>
          <a:p>
            <a:r>
              <a:rPr lang="zh-CN" dirty="0">
                <a:ea typeface="+mn-ea"/>
                <a:cs typeface="+mn-ea"/>
              </a:rPr>
              <a:t>研究</a:t>
            </a:r>
            <a:r>
              <a:rPr lang="zh-CN" altLang="en-US" dirty="0">
                <a:ea typeface="+mn-ea"/>
                <a:cs typeface="+mn-ea"/>
              </a:rPr>
              <a:t>内容及技术</a:t>
            </a:r>
            <a:r>
              <a:rPr lang="zh-CN" altLang="en-US" dirty="0">
                <a:ea typeface="+mn-ea"/>
                <a:cs typeface="+mn-ea"/>
              </a:rPr>
              <a:t>路线</a:t>
            </a:r>
            <a:endParaRPr lang="zh-CN" altLang="en-US" dirty="0">
              <a:ea typeface="+mn-ea"/>
              <a:cs typeface="+mn-ea"/>
            </a:endParaRPr>
          </a:p>
        </p:txBody>
      </p:sp>
      <p:sp>
        <p:nvSpPr>
          <p:cNvPr id="9" name="文本占位符 8"/>
          <p:cNvSpPr>
            <a:spLocks noGrp="1"/>
          </p:cNvSpPr>
          <p:nvPr>
            <p:ph type="body" sz="quarter" idx="13"/>
          </p:nvPr>
        </p:nvSpPr>
        <p:spPr>
          <a:xfrm>
            <a:off x="1412240" y="1388745"/>
            <a:ext cx="9908540" cy="461010"/>
          </a:xfrm>
        </p:spPr>
        <p:txBody>
          <a:bodyPr wrap="square"/>
          <a:lstStyle/>
          <a:p>
            <a:r>
              <a:rPr lang="zh-CN" altLang="en-US" dirty="0">
                <a:ea typeface="+mn-ea"/>
                <a:cs typeface="+mn-ea"/>
                <a:sym typeface="+mn-ea"/>
              </a:rPr>
              <a:t>基于南极地区特殊地理环境对光伏板安装方式进行研究优化</a:t>
            </a:r>
            <a:endParaRPr lang="zh-CN" altLang="en-US" dirty="0">
              <a:ea typeface="+mn-ea"/>
              <a:cs typeface="+mn-ea"/>
            </a:endParaRPr>
          </a:p>
        </p:txBody>
      </p:sp>
      <p:grpSp>
        <p:nvGrpSpPr>
          <p:cNvPr id="11" name="组合 10"/>
          <p:cNvGrpSpPr/>
          <p:nvPr>
            <p:custDataLst>
              <p:tags r:id="rId3"/>
            </p:custDataLst>
          </p:nvPr>
        </p:nvGrpSpPr>
        <p:grpSpPr>
          <a:xfrm flipH="1">
            <a:off x="7392345" y="4049809"/>
            <a:ext cx="4028765" cy="72000"/>
            <a:chOff x="660400" y="5424930"/>
            <a:chExt cx="4028765" cy="72000"/>
          </a:xfrm>
        </p:grpSpPr>
        <p:cxnSp>
          <p:nvCxnSpPr>
            <p:cNvPr id="12" name="直接连接符 11"/>
            <p:cNvCxnSpPr>
              <a:stCxn id="13" idx="3"/>
            </p:cNvCxnSpPr>
            <p:nvPr>
              <p:custDataLst>
                <p:tags r:id="rId4"/>
              </p:custDataLst>
            </p:nvPr>
          </p:nvCxnSpPr>
          <p:spPr>
            <a:xfrm>
              <a:off x="1200400" y="5460930"/>
              <a:ext cx="348876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p:custDataLst>
                <p:tags r:id="rId5"/>
              </p:custDataLst>
            </p:nvPr>
          </p:nvSpPr>
          <p:spPr>
            <a:xfrm>
              <a:off x="660400" y="5424930"/>
              <a:ext cx="540000" cy="72000"/>
            </a:xfrm>
            <a:prstGeom prst="rect">
              <a:avLst/>
            </a:prstGeom>
            <a:solidFill>
              <a:schemeClr val="accent1"/>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prstClr val="white"/>
                </a:solidFill>
                <a:effectLst/>
                <a:uLnTx/>
                <a:uFillTx/>
                <a:latin typeface="+mn-ea"/>
                <a:cs typeface="+mn-ea"/>
              </a:endParaRPr>
            </a:p>
          </p:txBody>
        </p:sp>
      </p:grpSp>
      <p:grpSp>
        <p:nvGrpSpPr>
          <p:cNvPr id="21" name="组合 20"/>
          <p:cNvGrpSpPr/>
          <p:nvPr>
            <p:custDataLst>
              <p:tags r:id="rId6"/>
            </p:custDataLst>
          </p:nvPr>
        </p:nvGrpSpPr>
        <p:grpSpPr>
          <a:xfrm>
            <a:off x="5080" y="2980055"/>
            <a:ext cx="4722495" cy="371475"/>
            <a:chOff x="1017258" y="3196675"/>
            <a:chExt cx="3859542" cy="371187"/>
          </a:xfrm>
        </p:grpSpPr>
        <p:cxnSp>
          <p:nvCxnSpPr>
            <p:cNvPr id="22" name="直接连接符 21"/>
            <p:cNvCxnSpPr/>
            <p:nvPr>
              <p:custDataLst>
                <p:tags r:id="rId7"/>
              </p:custDataLst>
            </p:nvPr>
          </p:nvCxnSpPr>
          <p:spPr>
            <a:xfrm>
              <a:off x="1287258" y="3268675"/>
              <a:ext cx="0" cy="2991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8"/>
              </p:custDataLst>
            </p:nvPr>
          </p:nvCxnSpPr>
          <p:spPr>
            <a:xfrm>
              <a:off x="1287258" y="3567862"/>
              <a:ext cx="35895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p:cNvSpPr/>
            <p:nvPr>
              <p:custDataLst>
                <p:tags r:id="rId9"/>
              </p:custDataLst>
            </p:nvPr>
          </p:nvSpPr>
          <p:spPr>
            <a:xfrm>
              <a:off x="1017258" y="3196675"/>
              <a:ext cx="540000" cy="72000"/>
            </a:xfrm>
            <a:prstGeom prst="rect">
              <a:avLst/>
            </a:prstGeom>
            <a:solidFill>
              <a:schemeClr val="accent1"/>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prstClr val="white"/>
                </a:solidFill>
                <a:effectLst/>
                <a:uLnTx/>
                <a:uFillTx/>
                <a:latin typeface="+mn-ea"/>
                <a:cs typeface="+mn-ea"/>
              </a:endParaRPr>
            </a:p>
          </p:txBody>
        </p:sp>
      </p:gr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4" name="文本占位符 3"/>
          <p:cNvSpPr>
            <a:spLocks noGrp="1"/>
          </p:cNvSpPr>
          <p:nvPr>
            <p:ph type="body" sz="quarter" idx="12"/>
          </p:nvPr>
        </p:nvSpPr>
        <p:spPr>
          <a:xfrm>
            <a:off x="3930254" y="862328"/>
            <a:ext cx="4290852" cy="584200"/>
          </a:xfrm>
        </p:spPr>
        <p:txBody>
          <a:bodyPr/>
          <a:lstStyle/>
          <a:p>
            <a:r>
              <a:rPr lang="zh-CN" altLang="en-US" dirty="0"/>
              <a:t>研究内容</a:t>
            </a:r>
            <a:endParaRPr lang="zh-CN" altLang="en-US" dirty="0"/>
          </a:p>
        </p:txBody>
      </p:sp>
      <p:grpSp>
        <p:nvGrpSpPr>
          <p:cNvPr id="35" name="组合 34"/>
          <p:cNvGrpSpPr/>
          <p:nvPr>
            <p:custDataLst>
              <p:tags r:id="rId10"/>
            </p:custDataLst>
          </p:nvPr>
        </p:nvGrpSpPr>
        <p:grpSpPr>
          <a:xfrm>
            <a:off x="153035" y="4037330"/>
            <a:ext cx="4471035" cy="344805"/>
            <a:chOff x="1017257" y="3222955"/>
            <a:chExt cx="3859543" cy="344907"/>
          </a:xfrm>
        </p:grpSpPr>
        <p:cxnSp>
          <p:nvCxnSpPr>
            <p:cNvPr id="40" name="直接连接符 39"/>
            <p:cNvCxnSpPr/>
            <p:nvPr>
              <p:custDataLst>
                <p:tags r:id="rId11"/>
              </p:custDataLst>
            </p:nvPr>
          </p:nvCxnSpPr>
          <p:spPr>
            <a:xfrm>
              <a:off x="1287258" y="3268675"/>
              <a:ext cx="0" cy="2991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custDataLst>
                <p:tags r:id="rId12"/>
              </p:custDataLst>
            </p:nvPr>
          </p:nvCxnSpPr>
          <p:spPr>
            <a:xfrm>
              <a:off x="1287258" y="3567862"/>
              <a:ext cx="35895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矩形 41"/>
            <p:cNvSpPr/>
            <p:nvPr>
              <p:custDataLst>
                <p:tags r:id="rId13"/>
              </p:custDataLst>
            </p:nvPr>
          </p:nvSpPr>
          <p:spPr>
            <a:xfrm>
              <a:off x="1017257" y="3222955"/>
              <a:ext cx="556007" cy="45719"/>
            </a:xfrm>
            <a:prstGeom prst="rect">
              <a:avLst/>
            </a:prstGeom>
            <a:solidFill>
              <a:schemeClr val="accent1"/>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prstClr val="white"/>
                </a:solidFill>
                <a:effectLst/>
                <a:uLnTx/>
                <a:uFillTx/>
                <a:latin typeface="+mn-ea"/>
                <a:cs typeface="+mn-ea"/>
              </a:endParaRPr>
            </a:p>
          </p:txBody>
        </p:sp>
      </p:grpSp>
      <p:grpSp>
        <p:nvGrpSpPr>
          <p:cNvPr id="43" name="组合 42"/>
          <p:cNvGrpSpPr/>
          <p:nvPr>
            <p:custDataLst>
              <p:tags r:id="rId14"/>
            </p:custDataLst>
          </p:nvPr>
        </p:nvGrpSpPr>
        <p:grpSpPr>
          <a:xfrm rot="10800000">
            <a:off x="7433945" y="4799330"/>
            <a:ext cx="4361815" cy="350520"/>
            <a:chOff x="995452" y="3174961"/>
            <a:chExt cx="3867545" cy="350277"/>
          </a:xfrm>
        </p:grpSpPr>
        <p:cxnSp>
          <p:nvCxnSpPr>
            <p:cNvPr id="44" name="直接连接符 43"/>
            <p:cNvCxnSpPr/>
            <p:nvPr>
              <p:custDataLst>
                <p:tags r:id="rId15"/>
              </p:custDataLst>
            </p:nvPr>
          </p:nvCxnSpPr>
          <p:spPr>
            <a:xfrm>
              <a:off x="1271067" y="3174961"/>
              <a:ext cx="0" cy="2991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custDataLst>
                <p:tags r:id="rId16"/>
              </p:custDataLst>
            </p:nvPr>
          </p:nvCxnSpPr>
          <p:spPr>
            <a:xfrm>
              <a:off x="1273455" y="3174961"/>
              <a:ext cx="35895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矩形 45"/>
            <p:cNvSpPr/>
            <p:nvPr>
              <p:custDataLst>
                <p:tags r:id="rId17"/>
              </p:custDataLst>
            </p:nvPr>
          </p:nvSpPr>
          <p:spPr>
            <a:xfrm>
              <a:off x="995452" y="3479519"/>
              <a:ext cx="556007" cy="45719"/>
            </a:xfrm>
            <a:prstGeom prst="rect">
              <a:avLst/>
            </a:prstGeom>
            <a:solidFill>
              <a:schemeClr val="accent1"/>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prstClr val="white"/>
                </a:solidFill>
                <a:effectLst/>
                <a:uLnTx/>
                <a:uFillTx/>
                <a:latin typeface="+mn-ea"/>
                <a:cs typeface="+mn-ea"/>
              </a:endParaRPr>
            </a:p>
          </p:txBody>
        </p:sp>
      </p:grpSp>
      <p:pic>
        <p:nvPicPr>
          <p:cNvPr id="5" name="图片 4" descr="1d814b8497041bb0deba8926b2441211"/>
          <p:cNvPicPr>
            <a:picLocks noChangeAspect="1"/>
          </p:cNvPicPr>
          <p:nvPr/>
        </p:nvPicPr>
        <p:blipFill>
          <a:blip r:embed="rId18"/>
          <a:srcRect l="25127" t="13382"/>
          <a:stretch>
            <a:fillRect/>
          </a:stretch>
        </p:blipFill>
        <p:spPr>
          <a:xfrm>
            <a:off x="4569460" y="2891790"/>
            <a:ext cx="3011805" cy="2324100"/>
          </a:xfrm>
          <a:prstGeom prst="rect">
            <a:avLst/>
          </a:prstGeom>
        </p:spPr>
      </p:pic>
      <p:sp>
        <p:nvSpPr>
          <p:cNvPr id="6" name="文本框 5"/>
          <p:cNvSpPr txBox="1"/>
          <p:nvPr/>
        </p:nvSpPr>
        <p:spPr>
          <a:xfrm>
            <a:off x="610870" y="2752090"/>
            <a:ext cx="4425315" cy="757555"/>
          </a:xfrm>
          <a:prstGeom prst="rect">
            <a:avLst/>
          </a:prstGeom>
          <a:noFill/>
        </p:spPr>
        <p:txBody>
          <a:bodyPr wrap="square" rtlCol="0">
            <a:noAutofit/>
          </a:bodyPr>
          <a:p>
            <a:r>
              <a:rPr lang="zh-CN" altLang="en-US">
                <a:sym typeface="+mn-ea"/>
              </a:rPr>
              <a:t>分析极地太阳运动轨迹、光谱特性</a:t>
            </a:r>
            <a:endParaRPr lang="zh-CN" altLang="en-US">
              <a:sym typeface="+mn-ea"/>
            </a:endParaRPr>
          </a:p>
          <a:p>
            <a:r>
              <a:rPr lang="zh-CN" altLang="en-US">
                <a:sym typeface="+mn-ea"/>
              </a:rPr>
              <a:t>构建多维度修正的极地辐照度计算模型</a:t>
            </a:r>
            <a:endParaRPr lang="zh-CN" altLang="en-US"/>
          </a:p>
          <a:p>
            <a:endParaRPr lang="zh-CN" altLang="en-US"/>
          </a:p>
        </p:txBody>
      </p:sp>
      <p:sp>
        <p:nvSpPr>
          <p:cNvPr id="10" name="文本框 9"/>
          <p:cNvSpPr txBox="1"/>
          <p:nvPr/>
        </p:nvSpPr>
        <p:spPr>
          <a:xfrm>
            <a:off x="98425" y="1908175"/>
            <a:ext cx="4937760" cy="520700"/>
          </a:xfrm>
          <a:prstGeom prst="rect">
            <a:avLst/>
          </a:prstGeom>
          <a:noFill/>
        </p:spPr>
        <p:txBody>
          <a:bodyPr wrap="square" rtlCol="0">
            <a:noAutofit/>
            <a:scene3d>
              <a:camera prst="orthographicFront"/>
              <a:lightRig rig="threePt" dir="t"/>
            </a:scene3d>
          </a:bodyPr>
          <a:p>
            <a:r>
              <a:rPr lang="zh-CN" altLang="en-US" sz="2000">
                <a:solidFill>
                  <a:schemeClr val="accent1"/>
                </a:solidFill>
                <a:effectLst>
                  <a:outerShdw blurRad="38100" dist="25400" dir="5400000" algn="ctr" rotWithShape="0">
                    <a:srgbClr val="6E747A">
                      <a:alpha val="43000"/>
                    </a:srgbClr>
                  </a:outerShdw>
                </a:effectLst>
              </a:rPr>
              <a:t>一、极地环境特性与辐照度计算模型优化</a:t>
            </a:r>
            <a:endParaRPr lang="zh-CN" altLang="en-US" sz="2000">
              <a:solidFill>
                <a:schemeClr val="accent1"/>
              </a:solidFill>
              <a:effectLst>
                <a:outerShdw blurRad="38100" dist="25400" dir="5400000" algn="ctr" rotWithShape="0">
                  <a:srgbClr val="6E747A">
                    <a:alpha val="43000"/>
                  </a:srgbClr>
                </a:outerShdw>
              </a:effectLst>
            </a:endParaRPr>
          </a:p>
        </p:txBody>
      </p:sp>
      <p:sp>
        <p:nvSpPr>
          <p:cNvPr id="14" name="文本框 13"/>
          <p:cNvSpPr txBox="1"/>
          <p:nvPr/>
        </p:nvSpPr>
        <p:spPr>
          <a:xfrm>
            <a:off x="7538085" y="4799330"/>
            <a:ext cx="3980815" cy="908050"/>
          </a:xfrm>
          <a:prstGeom prst="rect">
            <a:avLst/>
          </a:prstGeom>
          <a:noFill/>
        </p:spPr>
        <p:txBody>
          <a:bodyPr wrap="square" rtlCol="0">
            <a:noAutofit/>
          </a:bodyPr>
          <a:p>
            <a:r>
              <a:rPr lang="zh-CN" altLang="en-US" sz="1600">
                <a:sym typeface="+mn-ea"/>
              </a:rPr>
              <a:t>开发三维空间两平面间阴影面积计算算法</a:t>
            </a:r>
            <a:endParaRPr lang="zh-CN" altLang="en-US" sz="1600"/>
          </a:p>
          <a:p>
            <a:endParaRPr lang="zh-CN" altLang="en-US" sz="1600"/>
          </a:p>
        </p:txBody>
      </p:sp>
      <p:sp>
        <p:nvSpPr>
          <p:cNvPr id="15" name="文本框 14"/>
          <p:cNvSpPr txBox="1"/>
          <p:nvPr/>
        </p:nvSpPr>
        <p:spPr>
          <a:xfrm>
            <a:off x="6696075" y="1858645"/>
            <a:ext cx="5524500" cy="645160"/>
          </a:xfrm>
          <a:prstGeom prst="rect">
            <a:avLst/>
          </a:prstGeom>
          <a:noFill/>
        </p:spPr>
        <p:txBody>
          <a:bodyPr wrap="square" rtlCol="0">
            <a:spAutoFit/>
            <a:scene3d>
              <a:camera prst="orthographicFront"/>
              <a:lightRig rig="threePt" dir="t"/>
            </a:scene3d>
          </a:bodyPr>
          <a:p>
            <a:r>
              <a:rPr lang="zh-CN" altLang="en-US">
                <a:solidFill>
                  <a:schemeClr val="accent1"/>
                </a:solidFill>
                <a:effectLst>
                  <a:outerShdw blurRad="38100" dist="25400" dir="5400000" algn="ctr" rotWithShape="0">
                    <a:srgbClr val="6E747A">
                      <a:alpha val="43000"/>
                    </a:srgbClr>
                  </a:outerShdw>
                </a:effectLst>
              </a:rPr>
              <a:t>二、光伏阵列构型优化、阴影遮挡计算</a:t>
            </a:r>
            <a:r>
              <a:rPr lang="zh-CN" altLang="en-US">
                <a:solidFill>
                  <a:schemeClr val="accent1"/>
                </a:solidFill>
                <a:effectLst>
                  <a:outerShdw blurRad="38100" dist="25400" dir="5400000" algn="ctr" rotWithShape="0">
                    <a:srgbClr val="6E747A">
                      <a:alpha val="43000"/>
                    </a:srgbClr>
                  </a:outerShdw>
                </a:effectLst>
              </a:rPr>
              <a:t>与极地光储协同系统设计</a:t>
            </a:r>
            <a:endParaRPr lang="zh-CN" altLang="en-US">
              <a:solidFill>
                <a:schemeClr val="accent1"/>
              </a:solidFill>
              <a:effectLst>
                <a:outerShdw blurRad="38100" dist="25400" dir="5400000" algn="ctr" rotWithShape="0">
                  <a:srgbClr val="6E747A">
                    <a:alpha val="43000"/>
                  </a:srgbClr>
                </a:outerShdw>
              </a:effectLst>
            </a:endParaRPr>
          </a:p>
        </p:txBody>
      </p:sp>
      <p:sp>
        <p:nvSpPr>
          <p:cNvPr id="16" name="文本框 15"/>
          <p:cNvSpPr txBox="1"/>
          <p:nvPr/>
        </p:nvSpPr>
        <p:spPr>
          <a:xfrm>
            <a:off x="7581265" y="3398520"/>
            <a:ext cx="4450715" cy="610870"/>
          </a:xfrm>
          <a:prstGeom prst="rect">
            <a:avLst/>
          </a:prstGeom>
          <a:noFill/>
        </p:spPr>
        <p:txBody>
          <a:bodyPr wrap="square" rtlCol="0">
            <a:noAutofit/>
          </a:bodyPr>
          <a:p>
            <a:r>
              <a:rPr lang="zh-CN" altLang="en-US"/>
              <a:t>优化储能容量配置与充放电策略</a:t>
            </a:r>
            <a:endParaRPr lang="zh-CN" altLang="en-US"/>
          </a:p>
          <a:p>
            <a:r>
              <a:rPr lang="zh-CN" altLang="en-US"/>
              <a:t>形成完整的极地光储一体化设计方案</a:t>
            </a:r>
            <a:endParaRPr lang="zh-CN" altLang="en-US"/>
          </a:p>
        </p:txBody>
      </p:sp>
      <p:sp>
        <p:nvSpPr>
          <p:cNvPr id="17" name="文本框 16"/>
          <p:cNvSpPr txBox="1"/>
          <p:nvPr/>
        </p:nvSpPr>
        <p:spPr>
          <a:xfrm>
            <a:off x="660400" y="3790950"/>
            <a:ext cx="4032250" cy="523240"/>
          </a:xfrm>
          <a:prstGeom prst="rect">
            <a:avLst/>
          </a:prstGeom>
          <a:noFill/>
        </p:spPr>
        <p:txBody>
          <a:bodyPr wrap="square" rtlCol="0">
            <a:noAutofit/>
          </a:bodyPr>
          <a:p>
            <a:r>
              <a:rPr lang="zh-CN" altLang="en-US" sz="1600"/>
              <a:t>开发 MATLAB+Python 混合编程的雪影耦合仿真系统，输出完整电气特性曲线</a:t>
            </a:r>
            <a:endParaRPr lang="zh-CN" altLang="en-US" sz="16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ea typeface="+mn-ea"/>
                <a:cs typeface="+mn-ea"/>
              </a:rPr>
              <a:t>项目创新</a:t>
            </a:r>
            <a:endParaRPr lang="zh-CN" altLang="en-US" dirty="0">
              <a:ea typeface="+mn-ea"/>
              <a:cs typeface="+mn-ea"/>
            </a:endParaRPr>
          </a:p>
        </p:txBody>
      </p:sp>
      <p:sp>
        <p:nvSpPr>
          <p:cNvPr id="7" name="日期占位符 6"/>
          <p:cNvSpPr>
            <a:spLocks noGrp="1"/>
          </p:cNvSpPr>
          <p:nvPr>
            <p:ph type="dt" sz="half" idx="12"/>
          </p:nvPr>
        </p:nvSpPr>
        <p:spPr>
          <a:xfrm>
            <a:off x="660400" y="6235702"/>
            <a:ext cx="334264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ea"/>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ea"/>
            </a:endParaRPr>
          </a:p>
        </p:txBody>
      </p:sp>
      <p:pic>
        <p:nvPicPr>
          <p:cNvPr id="8" name="图片 7"/>
          <p:cNvPicPr>
            <a:picLocks noChangeAspect="1"/>
          </p:cNvPicPr>
          <p:nvPr/>
        </p:nvPicPr>
        <p:blipFill>
          <a:blip r:embed="rId1"/>
          <a:srcRect l="24588" t="13433" r="24588" b="26261"/>
          <a:stretch>
            <a:fillRect/>
          </a:stretch>
        </p:blipFill>
        <p:spPr>
          <a:xfrm>
            <a:off x="1115807"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
        <p:nvSpPr>
          <p:cNvPr id="4" name="文本框 3"/>
          <p:cNvSpPr txBox="1"/>
          <p:nvPr/>
        </p:nvSpPr>
        <p:spPr>
          <a:xfrm>
            <a:off x="6328410" y="5054600"/>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164299" y="347251"/>
            <a:ext cx="8972664" cy="399415"/>
          </a:xfrm>
        </p:spPr>
        <p:txBody>
          <a:bodyPr/>
          <a:lstStyle/>
          <a:p>
            <a:r>
              <a:rPr lang="zh-CN" altLang="en-US" dirty="0"/>
              <a:t>创新点一</a:t>
            </a:r>
            <a:r>
              <a:rPr lang="en-US" altLang="zh-CN" dirty="0"/>
              <a:t>: </a:t>
            </a:r>
            <a:r>
              <a:rPr lang="zh-CN" altLang="en-US" dirty="0"/>
              <a:t>面向极地地区的</a:t>
            </a:r>
            <a:r>
              <a:rPr lang="zh-CN" altLang="en-US" dirty="0"/>
              <a:t>辐照度算法理论</a:t>
            </a:r>
            <a:endParaRPr lang="zh-CN" altLang="en-US" dirty="0"/>
          </a:p>
        </p:txBody>
      </p:sp>
      <p:sp>
        <p:nvSpPr>
          <p:cNvPr id="5" name="文本占位符 4"/>
          <p:cNvSpPr>
            <a:spLocks noGrp="1"/>
          </p:cNvSpPr>
          <p:nvPr>
            <p:ph type="body" sz="quarter" idx="13"/>
          </p:nvPr>
        </p:nvSpPr>
        <p:spPr>
          <a:xfrm>
            <a:off x="4981774" y="912883"/>
            <a:ext cx="2681922" cy="368300"/>
          </a:xfrm>
        </p:spPr>
        <p:txBody>
          <a:bodyPr/>
          <a:lstStyle/>
          <a:p>
            <a:r>
              <a:rPr lang="zh-CN" altLang="en-US" sz="1800" dirty="0"/>
              <a:t>算法</a:t>
            </a:r>
            <a:r>
              <a:rPr lang="zh-CN" altLang="en-US" sz="1800" dirty="0"/>
              <a:t>建模</a:t>
            </a:r>
            <a:endParaRPr lang="zh-CN" altLang="en-US" sz="1800" dirty="0"/>
          </a:p>
        </p:txBody>
      </p:sp>
      <p:sp>
        <p:nvSpPr>
          <p:cNvPr id="6" name="文本占位符 5"/>
          <p:cNvSpPr>
            <a:spLocks noGrp="1"/>
          </p:cNvSpPr>
          <p:nvPr>
            <p:ph type="body" sz="quarter" idx="14"/>
          </p:nvPr>
        </p:nvSpPr>
        <p:spPr>
          <a:xfrm>
            <a:off x="5460140" y="1445201"/>
            <a:ext cx="6114688" cy="2110800"/>
          </a:xfrm>
        </p:spPr>
        <p:txBody>
          <a:bodyPr/>
          <a:lstStyle/>
          <a:p>
            <a:pPr algn="l">
              <a:lnSpc>
                <a:spcPct val="100000"/>
              </a:lnSpc>
            </a:pPr>
            <a:r>
              <a:rPr lang="zh-CN" altLang="en-US" sz="1100" dirty="0">
                <a:latin typeface="+mn-ea"/>
              </a:rPr>
              <a:t> </a:t>
            </a:r>
            <a:r>
              <a:rPr lang="zh-CN" altLang="en-US" sz="1600" dirty="0">
                <a:latin typeface="+mn-ea"/>
              </a:rPr>
              <a:t>目前已经得到二次优化过后的</a:t>
            </a:r>
            <a:r>
              <a:rPr lang="zh-CN" altLang="en-US" sz="1600" dirty="0">
                <a:latin typeface="+mn-ea"/>
              </a:rPr>
              <a:t>全光伏阵列年辐照度计算公式</a:t>
            </a:r>
            <a:endParaRPr lang="en-US" altLang="zh-CN" sz="1600" dirty="0">
              <a:latin typeface="+mn-ea"/>
            </a:endParaRPr>
          </a:p>
          <a:p>
            <a:pPr marL="285750" indent="-285750" algn="l">
              <a:lnSpc>
                <a:spcPct val="100000"/>
              </a:lnSpc>
              <a:buFont typeface="Wingdings" panose="05000000000000000000" pitchFamily="2" charset="2"/>
              <a:buChar char="Ø"/>
            </a:pPr>
            <a:r>
              <a:rPr lang="zh-CN" altLang="en-US" sz="1600">
                <a:latin typeface="方正公文楷体" panose="02000500000000000000" charset="-122"/>
                <a:ea typeface="方正公文楷体" panose="02000500000000000000" charset="-122"/>
                <a:cs typeface="方正公文楷体" panose="02000500000000000000" charset="-122"/>
                <a:sym typeface="+mn-ea"/>
              </a:rPr>
              <a:t>公式</a:t>
            </a:r>
            <a:r>
              <a:rPr lang="en-US" altLang="zh-CN" sz="1600">
                <a:latin typeface="方正公文楷体" panose="02000500000000000000" charset="-122"/>
                <a:ea typeface="方正公文楷体" panose="02000500000000000000" charset="-122"/>
                <a:cs typeface="方正公文楷体" panose="02000500000000000000" charset="-122"/>
                <a:sym typeface="+mn-ea"/>
              </a:rPr>
              <a:t>1</a:t>
            </a:r>
            <a:r>
              <a:rPr lang="zh-CN" altLang="en-US" sz="1600">
                <a:latin typeface="方正公文楷体" panose="02000500000000000000" charset="-122"/>
                <a:ea typeface="方正公文楷体" panose="02000500000000000000" charset="-122"/>
                <a:cs typeface="方正公文楷体" panose="02000500000000000000" charset="-122"/>
                <a:sym typeface="+mn-ea"/>
              </a:rPr>
              <a:t>为光伏组合</a:t>
            </a:r>
            <a:r>
              <a:rPr lang="en-US" altLang="zh-CN" sz="1600">
                <a:latin typeface="方正公文楷体" panose="02000500000000000000" charset="-122"/>
                <a:ea typeface="方正公文楷体" panose="02000500000000000000" charset="-122"/>
                <a:cs typeface="方正公文楷体" panose="02000500000000000000" charset="-122"/>
                <a:sym typeface="+mn-ea"/>
              </a:rPr>
              <a:t>-</a:t>
            </a:r>
            <a:r>
              <a:rPr lang="zh-CN" altLang="en-US" sz="1600">
                <a:latin typeface="方正公文楷体" panose="02000500000000000000" charset="-122"/>
                <a:ea typeface="方正公文楷体" panose="02000500000000000000" charset="-122"/>
                <a:cs typeface="方正公文楷体" panose="02000500000000000000" charset="-122"/>
                <a:sym typeface="+mn-ea"/>
              </a:rPr>
              <a:t>太阳的融合角度分析得到的几何公式</a:t>
            </a:r>
            <a:r>
              <a:rPr lang="en-US" altLang="zh-CN" sz="1600">
                <a:latin typeface="方正公文楷体" panose="02000500000000000000" charset="-122"/>
                <a:ea typeface="方正公文楷体" panose="02000500000000000000" charset="-122"/>
                <a:cs typeface="方正公文楷体" panose="02000500000000000000" charset="-122"/>
                <a:sym typeface="+mn-ea"/>
              </a:rPr>
              <a:t>.</a:t>
            </a:r>
            <a:endParaRPr lang="en-US" altLang="zh-CN" sz="1600">
              <a:latin typeface="方正公文楷体" panose="02000500000000000000" charset="-122"/>
              <a:ea typeface="方正公文楷体" panose="02000500000000000000" charset="-122"/>
              <a:cs typeface="方正公文楷体" panose="02000500000000000000" charset="-122"/>
              <a:sym typeface="+mn-ea"/>
            </a:endParaRPr>
          </a:p>
          <a:p>
            <a:pPr marL="285750" indent="-285750" algn="l">
              <a:lnSpc>
                <a:spcPct val="100000"/>
              </a:lnSpc>
              <a:buFont typeface="Wingdings" panose="05000000000000000000" pitchFamily="2" charset="2"/>
              <a:buChar char="Ø"/>
            </a:pPr>
            <a:r>
              <a:rPr lang="zh-CN" altLang="en-US" sz="1600">
                <a:latin typeface="方正公文楷体" panose="02000500000000000000" charset="-122"/>
                <a:ea typeface="方正公文楷体" panose="02000500000000000000" charset="-122"/>
                <a:cs typeface="方正公文楷体" panose="02000500000000000000" charset="-122"/>
                <a:sym typeface="+mn-ea"/>
              </a:rPr>
              <a:t>公式</a:t>
            </a:r>
            <a:r>
              <a:rPr lang="en-US" altLang="zh-CN" sz="1600">
                <a:latin typeface="方正公文楷体" panose="02000500000000000000" charset="-122"/>
                <a:ea typeface="方正公文楷体" panose="02000500000000000000" charset="-122"/>
                <a:cs typeface="方正公文楷体" panose="02000500000000000000" charset="-122"/>
                <a:sym typeface="+mn-ea"/>
              </a:rPr>
              <a:t>2</a:t>
            </a:r>
            <a:r>
              <a:rPr lang="zh-CN" altLang="en-US" sz="1600">
                <a:latin typeface="方正公文楷体" panose="02000500000000000000" charset="-122"/>
                <a:ea typeface="方正公文楷体" panose="02000500000000000000" charset="-122"/>
                <a:cs typeface="方正公文楷体" panose="02000500000000000000" charset="-122"/>
                <a:sym typeface="+mn-ea"/>
              </a:rPr>
              <a:t>是以</a:t>
            </a:r>
            <a:r>
              <a:rPr lang="en-US" altLang="zh-CN" sz="1600">
                <a:latin typeface="方正公文楷体" panose="02000500000000000000" charset="-122"/>
                <a:ea typeface="方正公文楷体" panose="02000500000000000000" charset="-122"/>
                <a:cs typeface="方正公文楷体" panose="02000500000000000000" charset="-122"/>
                <a:sym typeface="+mn-ea"/>
              </a:rPr>
              <a:t>pvlib</a:t>
            </a:r>
            <a:r>
              <a:rPr lang="zh-CN" altLang="en-US" sz="1600">
                <a:latin typeface="方正公文楷体" panose="02000500000000000000" charset="-122"/>
                <a:ea typeface="方正公文楷体" panose="02000500000000000000" charset="-122"/>
                <a:cs typeface="方正公文楷体" panose="02000500000000000000" charset="-122"/>
                <a:sym typeface="+mn-ea"/>
              </a:rPr>
              <a:t>库为基础得到的基础辐照度公式</a:t>
            </a:r>
            <a:r>
              <a:rPr lang="en-US" altLang="zh-CN" sz="1600">
                <a:latin typeface="方正公文楷体" panose="02000500000000000000" charset="-122"/>
                <a:ea typeface="方正公文楷体" panose="02000500000000000000" charset="-122"/>
                <a:cs typeface="方正公文楷体" panose="02000500000000000000" charset="-122"/>
                <a:sym typeface="+mn-ea"/>
              </a:rPr>
              <a:t>.</a:t>
            </a:r>
            <a:endParaRPr lang="en-US" altLang="zh-CN" sz="1600">
              <a:latin typeface="方正公文楷体" panose="02000500000000000000" charset="-122"/>
              <a:ea typeface="方正公文楷体" panose="02000500000000000000" charset="-122"/>
              <a:cs typeface="方正公文楷体" panose="02000500000000000000" charset="-122"/>
            </a:endParaRPr>
          </a:p>
          <a:p>
            <a:pPr marL="285750" indent="-285750" algn="l">
              <a:lnSpc>
                <a:spcPct val="100000"/>
              </a:lnSpc>
              <a:buFont typeface="Wingdings" panose="05000000000000000000" pitchFamily="2" charset="2"/>
              <a:buChar char="Ø"/>
            </a:pPr>
            <a:r>
              <a:rPr lang="zh-CN" altLang="en-US" sz="1600">
                <a:latin typeface="方正公文楷体" panose="02000500000000000000" charset="-122"/>
                <a:ea typeface="方正公文楷体" panose="02000500000000000000" charset="-122"/>
                <a:cs typeface="方正公文楷体" panose="02000500000000000000" charset="-122"/>
                <a:sym typeface="+mn-ea"/>
              </a:rPr>
              <a:t>公式</a:t>
            </a:r>
            <a:r>
              <a:rPr lang="en-US" altLang="zh-CN" sz="1600">
                <a:latin typeface="方正公文楷体" panose="02000500000000000000" charset="-122"/>
                <a:ea typeface="方正公文楷体" panose="02000500000000000000" charset="-122"/>
                <a:cs typeface="方正公文楷体" panose="02000500000000000000" charset="-122"/>
                <a:sym typeface="+mn-ea"/>
              </a:rPr>
              <a:t>3</a:t>
            </a:r>
            <a:r>
              <a:rPr lang="zh-CN" altLang="en-US" sz="1600">
                <a:latin typeface="方正公文楷体" panose="02000500000000000000" charset="-122"/>
                <a:ea typeface="方正公文楷体" panose="02000500000000000000" charset="-122"/>
                <a:cs typeface="方正公文楷体" panose="02000500000000000000" charset="-122"/>
                <a:sym typeface="+mn-ea"/>
              </a:rPr>
              <a:t>是在公式</a:t>
            </a:r>
            <a:r>
              <a:rPr lang="en-US" altLang="zh-CN" sz="1600">
                <a:latin typeface="方正公文楷体" panose="02000500000000000000" charset="-122"/>
                <a:ea typeface="方正公文楷体" panose="02000500000000000000" charset="-122"/>
                <a:cs typeface="方正公文楷体" panose="02000500000000000000" charset="-122"/>
                <a:sym typeface="+mn-ea"/>
              </a:rPr>
              <a:t>2</a:t>
            </a:r>
            <a:r>
              <a:rPr lang="zh-CN" altLang="en-US" sz="1600">
                <a:latin typeface="方正公文楷体" panose="02000500000000000000" charset="-122"/>
                <a:ea typeface="方正公文楷体" panose="02000500000000000000" charset="-122"/>
                <a:cs typeface="方正公文楷体" panose="02000500000000000000" charset="-122"/>
                <a:sym typeface="+mn-ea"/>
              </a:rPr>
              <a:t>的基础上汲取大量光伏相关优化经验后</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得到的经过了</a:t>
            </a:r>
            <a:r>
              <a:rPr lang="en-US" altLang="zh-CN" sz="1600">
                <a:latin typeface="方正公文楷体" panose="02000500000000000000" charset="-122"/>
                <a:ea typeface="方正公文楷体" panose="02000500000000000000" charset="-122"/>
                <a:cs typeface="方正公文楷体" panose="02000500000000000000" charset="-122"/>
                <a:sym typeface="+mn-ea"/>
              </a:rPr>
              <a:t>FlAM</a:t>
            </a:r>
            <a:r>
              <a:rPr lang="zh-CN" altLang="en-US" sz="1600">
                <a:latin typeface="方正公文楷体" panose="02000500000000000000" charset="-122"/>
                <a:ea typeface="方正公文楷体" panose="02000500000000000000" charset="-122"/>
                <a:cs typeface="方正公文楷体" panose="02000500000000000000" charset="-122"/>
                <a:sym typeface="+mn-ea"/>
              </a:rPr>
              <a:t>大入射角损失</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优化雪地光谱与硅光伏板错配系数</a:t>
            </a:r>
            <a:r>
              <a:rPr lang="en-US" altLang="zh-CN" sz="1600">
                <a:latin typeface="方正公文楷体" panose="02000500000000000000" charset="-122"/>
                <a:ea typeface="方正公文楷体" panose="02000500000000000000" charset="-122"/>
                <a:cs typeface="方正公文楷体" panose="02000500000000000000" charset="-122"/>
                <a:sym typeface="+mn-ea"/>
              </a:rPr>
              <a:t>, αeff’(t) </a:t>
            </a:r>
            <a:r>
              <a:rPr lang="zh-CN" altLang="en-US" sz="1600">
                <a:latin typeface="方正公文楷体" panose="02000500000000000000" charset="-122"/>
                <a:ea typeface="方正公文楷体" panose="02000500000000000000" charset="-122"/>
                <a:cs typeface="方正公文楷体" panose="02000500000000000000" charset="-122"/>
                <a:sym typeface="+mn-ea"/>
              </a:rPr>
              <a:t>反射系数优化</a:t>
            </a:r>
            <a:r>
              <a:rPr lang="en-US" altLang="zh-CN" sz="1600">
                <a:latin typeface="方正公文楷体" panose="02000500000000000000" charset="-122"/>
                <a:ea typeface="方正公文楷体" panose="02000500000000000000" charset="-122"/>
                <a:cs typeface="方正公文楷体" panose="02000500000000000000" charset="-122"/>
                <a:sym typeface="+mn-ea"/>
              </a:rPr>
              <a:t>, flow_sun(γ)</a:t>
            </a:r>
            <a:r>
              <a:rPr lang="zh-CN" altLang="en-US" sz="1600">
                <a:latin typeface="方正公文楷体" panose="02000500000000000000" charset="-122"/>
                <a:ea typeface="方正公文楷体" panose="02000500000000000000" charset="-122"/>
                <a:cs typeface="方正公文楷体" panose="02000500000000000000" charset="-122"/>
                <a:sym typeface="+mn-ea"/>
              </a:rPr>
              <a:t>低太阳高度角模型失真等因素考虑之后的单光伏组件瞬时理论辐照度计算公式</a:t>
            </a:r>
            <a:endParaRPr lang="zh-CN" altLang="en-US" sz="1600">
              <a:latin typeface="方正公文楷体" panose="02000500000000000000" charset="-122"/>
              <a:ea typeface="方正公文楷体" panose="02000500000000000000" charset="-122"/>
              <a:cs typeface="方正公文楷体" panose="02000500000000000000" charset="-122"/>
            </a:endParaRPr>
          </a:p>
          <a:p>
            <a:pPr marL="285750" indent="-285750" algn="l">
              <a:lnSpc>
                <a:spcPct val="100000"/>
              </a:lnSpc>
              <a:buFont typeface="Wingdings" panose="05000000000000000000" pitchFamily="2" charset="2"/>
              <a:buChar char="Ø"/>
            </a:pPr>
            <a:r>
              <a:rPr lang="zh-CN" altLang="en-US" sz="1600" b="0" i="0" dirty="0">
                <a:solidFill>
                  <a:srgbClr val="212529"/>
                </a:solidFill>
                <a:effectLst/>
                <a:latin typeface="+mn-ea"/>
              </a:rPr>
              <a:t>。</a:t>
            </a:r>
            <a:endParaRPr lang="zh-CN" altLang="en-US" sz="1600" b="0" i="0" dirty="0">
              <a:solidFill>
                <a:srgbClr val="212529"/>
              </a:solidFill>
              <a:effectLst/>
              <a:latin typeface="+mn-ea"/>
            </a:endParaRPr>
          </a:p>
          <a:p>
            <a:endParaRPr lang="zh-CN" altLang="en-US" sz="1600" dirty="0">
              <a:latin typeface="+mn-ea"/>
            </a:endParaRPr>
          </a:p>
        </p:txBody>
      </p:sp>
      <p:sp>
        <p:nvSpPr>
          <p:cNvPr id="7" name="文本占位符 6"/>
          <p:cNvSpPr>
            <a:spLocks noGrp="1"/>
          </p:cNvSpPr>
          <p:nvPr>
            <p:ph type="body" sz="quarter" idx="15"/>
          </p:nvPr>
        </p:nvSpPr>
        <p:spPr>
          <a:xfrm>
            <a:off x="5398770" y="3779520"/>
            <a:ext cx="4146550" cy="368300"/>
          </a:xfrm>
        </p:spPr>
        <p:txBody>
          <a:bodyPr wrap="square"/>
          <a:lstStyle/>
          <a:p>
            <a:r>
              <a:rPr lang="zh-CN" altLang="en-US" sz="1800" dirty="0"/>
              <a:t>学界辐照度</a:t>
            </a:r>
            <a:r>
              <a:rPr lang="zh-CN" altLang="en-US" sz="1800" dirty="0"/>
              <a:t>理论建模相关</a:t>
            </a:r>
            <a:r>
              <a:rPr lang="zh-CN" altLang="en-US" sz="1800" dirty="0"/>
              <a:t>重要因素</a:t>
            </a:r>
            <a:r>
              <a:rPr lang="zh-CN" altLang="en-US" sz="1800" dirty="0"/>
              <a:t>参考</a:t>
            </a:r>
            <a:endParaRPr lang="zh-CN" altLang="en-US" sz="1800" dirty="0"/>
          </a:p>
        </p:txBody>
      </p:sp>
      <p:sp>
        <p:nvSpPr>
          <p:cNvPr id="8" name="文本占位符 7"/>
          <p:cNvSpPr>
            <a:spLocks noGrp="1"/>
          </p:cNvSpPr>
          <p:nvPr>
            <p:ph type="body" sz="quarter" idx="16"/>
          </p:nvPr>
        </p:nvSpPr>
        <p:spPr>
          <a:xfrm>
            <a:off x="5460140" y="4371287"/>
            <a:ext cx="6262110" cy="1730689"/>
          </a:xfrm>
        </p:spPr>
        <p:txBody>
          <a:bodyPr/>
          <a:lstStyle/>
          <a:p>
            <a:pPr algn="l"/>
            <a:r>
              <a:rPr lang="zh-CN" altLang="en-US" sz="1600">
                <a:latin typeface="方正公文楷体" panose="02000500000000000000" charset="-122"/>
                <a:ea typeface="方正公文楷体" panose="02000500000000000000" charset="-122"/>
                <a:cs typeface="方正公文楷体" panose="02000500000000000000" charset="-122"/>
                <a:sym typeface="+mn-ea"/>
              </a:rPr>
              <a:t>图示为</a:t>
            </a:r>
            <a:r>
              <a:rPr lang="en-US" altLang="zh-CN" sz="1600">
                <a:latin typeface="方正公文楷体" panose="02000500000000000000" charset="-122"/>
                <a:ea typeface="方正公文楷体" panose="02000500000000000000" charset="-122"/>
                <a:cs typeface="方正公文楷体" panose="02000500000000000000" charset="-122"/>
                <a:sym typeface="+mn-ea"/>
              </a:rPr>
              <a:t>FIAM</a:t>
            </a:r>
            <a:r>
              <a:rPr lang="zh-CN" altLang="en-US" sz="1600">
                <a:latin typeface="方正公文楷体" panose="02000500000000000000" charset="-122"/>
                <a:ea typeface="方正公文楷体" panose="02000500000000000000" charset="-122"/>
                <a:cs typeface="方正公文楷体" panose="02000500000000000000" charset="-122"/>
                <a:sym typeface="+mn-ea"/>
              </a:rPr>
              <a:t>大入射角损失</a:t>
            </a:r>
            <a:r>
              <a:rPr lang="zh-CN" altLang="en-US" sz="1600">
                <a:latin typeface="方正公文楷体" panose="02000500000000000000" charset="-122"/>
                <a:ea typeface="方正公文楷体" panose="02000500000000000000" charset="-122"/>
                <a:cs typeface="方正公文楷体" panose="02000500000000000000" charset="-122"/>
                <a:sym typeface="+mn-ea"/>
              </a:rPr>
              <a:t>的分析结果</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可以看到这些因素对模型精度有较大影响</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其他因素如</a:t>
            </a:r>
            <a:r>
              <a:rPr lang="zh-CN" altLang="en-US" sz="1600">
                <a:latin typeface="方正公文楷体" panose="02000500000000000000" charset="-122"/>
                <a:ea typeface="方正公文楷体" panose="02000500000000000000" charset="-122"/>
                <a:cs typeface="方正公文楷体" panose="02000500000000000000" charset="-122"/>
                <a:sym typeface="+mn-ea"/>
              </a:rPr>
              <a:t>反射光谱与硅光伏板错配系数等均经过类似分析</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相关优化在公式</a:t>
            </a:r>
            <a:r>
              <a:rPr lang="en-US" altLang="zh-CN" sz="1600">
                <a:latin typeface="方正公文楷体" panose="02000500000000000000" charset="-122"/>
                <a:ea typeface="方正公文楷体" panose="02000500000000000000" charset="-122"/>
                <a:cs typeface="方正公文楷体" panose="02000500000000000000" charset="-122"/>
                <a:sym typeface="+mn-ea"/>
              </a:rPr>
              <a:t>3</a:t>
            </a:r>
            <a:r>
              <a:rPr lang="zh-CN" altLang="en-US" sz="1600">
                <a:latin typeface="方正公文楷体" panose="02000500000000000000" charset="-122"/>
                <a:ea typeface="方正公文楷体" panose="02000500000000000000" charset="-122"/>
                <a:cs typeface="方正公文楷体" panose="02000500000000000000" charset="-122"/>
                <a:sym typeface="+mn-ea"/>
              </a:rPr>
              <a:t>中均有考量</a:t>
            </a:r>
            <a:endParaRPr lang="zh-CN" altLang="en-US" sz="1600" dirty="0">
              <a:latin typeface="+mn-ea"/>
            </a:endParaRPr>
          </a:p>
        </p:txBody>
      </p:sp>
      <p:sp>
        <p:nvSpPr>
          <p:cNvPr id="2" name="日期占位符 1"/>
          <p:cNvSpPr>
            <a:spLocks noGrp="1"/>
          </p:cNvSpPr>
          <p:nvPr>
            <p:ph type="dt" sz="half" idx="22"/>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4" name="灯片编号占位符 3"/>
          <p:cNvSpPr>
            <a:spLocks noGrp="1"/>
          </p:cNvSpPr>
          <p:nvPr>
            <p:ph type="sldNum" sz="quarter" idx="24"/>
          </p:nvPr>
        </p:nvSpPr>
        <p:spPr/>
        <p:txBody>
          <a:bodyPr/>
          <a:lstStyle/>
          <a:p>
            <a:fld id="{C79ECAFE-A460-4E13-ABCB-32CAE6136244}" type="slidenum">
              <a:rPr lang="zh-CN" altLang="en-US" smtClean="0"/>
            </a:fld>
            <a:endParaRPr lang="zh-CN" altLang="en-US" dirty="0"/>
          </a:p>
        </p:txBody>
      </p:sp>
      <p:pic>
        <p:nvPicPr>
          <p:cNvPr id="11" name="图片 10" descr="Gemini_Generated_Image_ituiqdituiqditui"/>
          <p:cNvPicPr>
            <a:picLocks noChangeAspect="1"/>
          </p:cNvPicPr>
          <p:nvPr/>
        </p:nvPicPr>
        <p:blipFill>
          <a:blip r:embed="rId1"/>
          <a:stretch>
            <a:fillRect/>
          </a:stretch>
        </p:blipFill>
        <p:spPr>
          <a:xfrm>
            <a:off x="428625" y="1229995"/>
            <a:ext cx="4649470" cy="2599055"/>
          </a:xfrm>
          <a:prstGeom prst="rect">
            <a:avLst/>
          </a:prstGeom>
        </p:spPr>
      </p:pic>
      <p:pic>
        <p:nvPicPr>
          <p:cNvPr id="13" name="图片 12"/>
          <p:cNvPicPr>
            <a:picLocks noChangeAspect="1"/>
          </p:cNvPicPr>
          <p:nvPr/>
        </p:nvPicPr>
        <p:blipFill>
          <a:blip r:embed="rId2"/>
          <a:stretch>
            <a:fillRect/>
          </a:stretch>
        </p:blipFill>
        <p:spPr>
          <a:xfrm>
            <a:off x="428625" y="4013835"/>
            <a:ext cx="4649470" cy="203708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dirty="0">
                <a:ea typeface="+mn-ea"/>
                <a:cs typeface="+mn-ea"/>
              </a:rPr>
              <a:t>创新</a:t>
            </a:r>
            <a:r>
              <a:rPr lang="zh-CN" altLang="en-US" dirty="0">
                <a:ea typeface="+mn-ea"/>
                <a:cs typeface="+mn-ea"/>
              </a:rPr>
              <a:t>点二：</a:t>
            </a:r>
            <a:r>
              <a:rPr lang="zh-CN" altLang="en-US" dirty="0">
                <a:ea typeface="+mn-ea"/>
                <a:cs typeface="+mn-ea"/>
              </a:rPr>
              <a:t>极地光伏积雪和雪损分析与</a:t>
            </a:r>
            <a:r>
              <a:rPr lang="zh-CN" altLang="en-US" dirty="0">
                <a:ea typeface="+mn-ea"/>
                <a:cs typeface="+mn-ea"/>
              </a:rPr>
              <a:t>建模</a:t>
            </a:r>
            <a:endParaRPr lang="zh-CN" altLang="en-US" dirty="0">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4" name="文本框 3"/>
          <p:cNvSpPr txBox="1"/>
          <p:nvPr/>
        </p:nvSpPr>
        <p:spPr>
          <a:xfrm>
            <a:off x="967105" y="1151255"/>
            <a:ext cx="2948305" cy="2954020"/>
          </a:xfrm>
          <a:prstGeom prst="rect">
            <a:avLst/>
          </a:prstGeom>
          <a:noFill/>
        </p:spPr>
        <p:txBody>
          <a:bodyPr wrap="square" rtlCol="0">
            <a:noAutofit/>
          </a:bodyPr>
          <a:p>
            <a:pPr indent="457200"/>
            <a:r>
              <a:rPr lang="en-US" altLang="zh-CN" sz="1600">
                <a:latin typeface="方正公文楷体" panose="02000500000000000000" charset="-122"/>
                <a:ea typeface="方正公文楷体" panose="02000500000000000000" charset="-122"/>
                <a:cs typeface="方正公文楷体" panose="02000500000000000000" charset="-122"/>
              </a:rPr>
              <a:t>通过python代码仿真还原论文中改进后的Marion模型。</a:t>
            </a:r>
            <a:endParaRPr lang="en-US" altLang="zh-CN" sz="1600">
              <a:latin typeface="方正公文楷体" panose="02000500000000000000" charset="-122"/>
              <a:ea typeface="方正公文楷体" panose="02000500000000000000" charset="-122"/>
              <a:cs typeface="方正公文楷体" panose="02000500000000000000" charset="-122"/>
            </a:endParaRPr>
          </a:p>
          <a:p>
            <a:r>
              <a:rPr lang="en-US" altLang="zh-CN" sz="1600">
                <a:latin typeface="方正公文楷体" panose="02000500000000000000" charset="-122"/>
                <a:ea typeface="方正公文楷体" panose="02000500000000000000" charset="-122"/>
                <a:cs typeface="方正公文楷体" panose="02000500000000000000" charset="-122"/>
              </a:rPr>
              <a:t>Marion模型核心改进 1：雪深依赖的滑动系数对薄雪和厚雪做了区分</a:t>
            </a:r>
            <a:endParaRPr lang="en-US" altLang="zh-CN" sz="1600">
              <a:latin typeface="方正公文楷体" panose="02000500000000000000" charset="-122"/>
              <a:ea typeface="方正公文楷体" panose="02000500000000000000" charset="-122"/>
              <a:cs typeface="方正公文楷体" panose="02000500000000000000" charset="-122"/>
            </a:endParaRPr>
          </a:p>
          <a:p>
            <a:endParaRPr lang="en-US" altLang="zh-CN" sz="1600">
              <a:latin typeface="方正公文楷体" panose="02000500000000000000" charset="-122"/>
              <a:ea typeface="方正公文楷体" panose="02000500000000000000" charset="-122"/>
              <a:cs typeface="方正公文楷体" panose="02000500000000000000" charset="-122"/>
            </a:endParaRPr>
          </a:p>
          <a:p>
            <a:r>
              <a:rPr lang="en-US" altLang="zh-CN" sz="1600">
                <a:latin typeface="方正公文楷体" panose="02000500000000000000" charset="-122"/>
                <a:ea typeface="方正公文楷体" panose="02000500000000000000" charset="-122"/>
                <a:cs typeface="方正公文楷体" panose="02000500000000000000" charset="-122"/>
              </a:rPr>
              <a:t>核心改进 2：物理逻辑完善</a:t>
            </a:r>
            <a:endParaRPr lang="en-US" altLang="zh-CN" sz="1600">
              <a:latin typeface="方正公文楷体" panose="02000500000000000000" charset="-122"/>
              <a:ea typeface="方正公文楷体" panose="02000500000000000000" charset="-122"/>
              <a:cs typeface="方正公文楷体" panose="02000500000000000000" charset="-122"/>
            </a:endParaRPr>
          </a:p>
          <a:p>
            <a:endParaRPr lang="en-US" altLang="zh-CN" sz="1600">
              <a:latin typeface="方正公文楷体" panose="02000500000000000000" charset="-122"/>
              <a:ea typeface="方正公文楷体" panose="02000500000000000000" charset="-122"/>
              <a:cs typeface="方正公文楷体" panose="02000500000000000000" charset="-122"/>
            </a:endParaRPr>
          </a:p>
          <a:p>
            <a:r>
              <a:rPr lang="en-US" altLang="zh-CN" sz="1600">
                <a:latin typeface="方正公文楷体" panose="02000500000000000000" charset="-122"/>
                <a:ea typeface="方正公文楷体" panose="02000500000000000000" charset="-122"/>
                <a:cs typeface="方正公文楷体" panose="02000500000000000000" charset="-122"/>
              </a:rPr>
              <a:t>核心成果：模型绝对误差从原模型的 23% 降至 3%，与目标论文成果匹配</a:t>
            </a:r>
            <a:endParaRPr lang="en-US" altLang="zh-CN" sz="1600">
              <a:latin typeface="方正公文楷体" panose="02000500000000000000" charset="-122"/>
              <a:ea typeface="方正公文楷体" panose="02000500000000000000" charset="-122"/>
              <a:cs typeface="方正公文楷体" panose="02000500000000000000" charset="-122"/>
            </a:endParaRPr>
          </a:p>
        </p:txBody>
      </p:sp>
      <p:pic>
        <p:nvPicPr>
          <p:cNvPr id="14" name="图片 14" descr="论文匹配版_功率对比"/>
          <p:cNvPicPr>
            <a:picLocks noChangeAspect="1"/>
          </p:cNvPicPr>
          <p:nvPr/>
        </p:nvPicPr>
        <p:blipFill>
          <a:blip r:embed="rId1"/>
          <a:stretch>
            <a:fillRect/>
          </a:stretch>
        </p:blipFill>
        <p:spPr>
          <a:xfrm>
            <a:off x="264160" y="4528185"/>
            <a:ext cx="4824730" cy="1790065"/>
          </a:xfrm>
          <a:prstGeom prst="rect">
            <a:avLst/>
          </a:prstGeom>
        </p:spPr>
      </p:pic>
      <p:sp>
        <p:nvSpPr>
          <p:cNvPr id="6" name="文本框 5"/>
          <p:cNvSpPr txBox="1"/>
          <p:nvPr/>
        </p:nvSpPr>
        <p:spPr>
          <a:xfrm>
            <a:off x="154305" y="4102735"/>
            <a:ext cx="5045075" cy="521970"/>
          </a:xfrm>
          <a:prstGeom prst="rect">
            <a:avLst/>
          </a:prstGeom>
          <a:noFill/>
        </p:spPr>
        <p:txBody>
          <a:bodyPr wrap="square" rtlCol="0" anchor="t">
            <a:spAutoFit/>
          </a:bodyPr>
          <a:p>
            <a:r>
              <a:rPr lang="zh-CN" altLang="en-US" sz="1400">
                <a:latin typeface="方正公文楷体" panose="02000500000000000000" charset="-122"/>
                <a:ea typeface="方正公文楷体" panose="02000500000000000000" charset="-122"/>
              </a:rPr>
              <a:t>模型精准捕捉积雪覆盖时段的功率损失特征，与实测出力趋势完全吻合</a:t>
            </a:r>
            <a:endParaRPr lang="zh-CN" altLang="en-US" sz="1400">
              <a:latin typeface="方正公文楷体" panose="02000500000000000000" charset="-122"/>
              <a:ea typeface="方正公文楷体" panose="02000500000000000000" charset="-122"/>
            </a:endParaRPr>
          </a:p>
        </p:txBody>
      </p:sp>
      <p:pic>
        <p:nvPicPr>
          <p:cNvPr id="8" name="图片 15" descr="论文匹配版_雪损率分布"/>
          <p:cNvPicPr>
            <a:picLocks noChangeAspect="1"/>
          </p:cNvPicPr>
          <p:nvPr/>
        </p:nvPicPr>
        <p:blipFill>
          <a:blip r:embed="rId2"/>
          <a:stretch>
            <a:fillRect/>
          </a:stretch>
        </p:blipFill>
        <p:spPr>
          <a:xfrm>
            <a:off x="6174740" y="1567180"/>
            <a:ext cx="5028565" cy="1546860"/>
          </a:xfrm>
          <a:prstGeom prst="rect">
            <a:avLst/>
          </a:prstGeom>
        </p:spPr>
      </p:pic>
      <p:sp>
        <p:nvSpPr>
          <p:cNvPr id="10" name="文本框 9"/>
          <p:cNvSpPr txBox="1"/>
          <p:nvPr/>
        </p:nvSpPr>
        <p:spPr>
          <a:xfrm>
            <a:off x="7006590" y="1151255"/>
            <a:ext cx="3274695" cy="313690"/>
          </a:xfrm>
          <a:prstGeom prst="rect">
            <a:avLst/>
          </a:prstGeom>
          <a:noFill/>
        </p:spPr>
        <p:txBody>
          <a:bodyPr wrap="square" rtlCol="0">
            <a:noAutofit/>
          </a:bodyPr>
          <a:p>
            <a:r>
              <a:rPr lang="zh-CN" altLang="en-US" sz="1400">
                <a:latin typeface="方正公文楷体" panose="02000500000000000000" charset="-122"/>
                <a:ea typeface="方正公文楷体" panose="02000500000000000000" charset="-122"/>
              </a:rPr>
              <a:t>图：逐小时雪损率分布</a:t>
            </a:r>
            <a:endParaRPr lang="zh-CN" altLang="en-US" sz="1400">
              <a:latin typeface="方正公文楷体" panose="02000500000000000000" charset="-122"/>
              <a:ea typeface="方正公文楷体" panose="02000500000000000000" charset="-122"/>
            </a:endParaRPr>
          </a:p>
        </p:txBody>
      </p:sp>
      <p:pic>
        <p:nvPicPr>
          <p:cNvPr id="13" name="图片 13" descr="论文匹配版_积雪深度与覆盖比例"/>
          <p:cNvPicPr>
            <a:picLocks noChangeAspect="1"/>
          </p:cNvPicPr>
          <p:nvPr/>
        </p:nvPicPr>
        <p:blipFill>
          <a:blip r:embed="rId3"/>
          <a:stretch>
            <a:fillRect/>
          </a:stretch>
        </p:blipFill>
        <p:spPr>
          <a:xfrm>
            <a:off x="6413500" y="3867150"/>
            <a:ext cx="4375785" cy="2451100"/>
          </a:xfrm>
          <a:prstGeom prst="rect">
            <a:avLst/>
          </a:prstGeom>
        </p:spPr>
      </p:pic>
      <p:sp>
        <p:nvSpPr>
          <p:cNvPr id="11" name="文本框 10"/>
          <p:cNvSpPr txBox="1"/>
          <p:nvPr/>
        </p:nvSpPr>
        <p:spPr>
          <a:xfrm>
            <a:off x="6303645" y="3284220"/>
            <a:ext cx="5169535" cy="714375"/>
          </a:xfrm>
          <a:prstGeom prst="rect">
            <a:avLst/>
          </a:prstGeom>
          <a:noFill/>
        </p:spPr>
        <p:txBody>
          <a:bodyPr wrap="square" rtlCol="0">
            <a:noAutofit/>
          </a:bodyPr>
          <a:p>
            <a:r>
              <a:rPr lang="zh-CN" altLang="en-US" sz="1400">
                <a:latin typeface="方正公文楷体" panose="02000500000000000000" charset="-122"/>
                <a:ea typeface="方正公文楷体" panose="02000500000000000000" charset="-122"/>
              </a:rPr>
              <a:t>降雪事件与积雪覆盖比例强相关，厚雪覆盖持续时间、滑动衰减趋势与模型预测高度匹配</a:t>
            </a:r>
            <a:endParaRPr lang="zh-CN" altLang="en-US" sz="1400">
              <a:latin typeface="方正公文楷体" panose="02000500000000000000" charset="-122"/>
              <a:ea typeface="方正公文楷体" panose="020005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dirty="0">
                <a:ea typeface="+mn-ea"/>
                <a:cs typeface="+mn-ea"/>
              </a:rPr>
              <a:t>创新</a:t>
            </a:r>
            <a:r>
              <a:rPr lang="zh-CN" altLang="en-US" dirty="0">
                <a:ea typeface="+mn-ea"/>
                <a:cs typeface="+mn-ea"/>
              </a:rPr>
              <a:t>点</a:t>
            </a:r>
            <a:r>
              <a:rPr lang="zh-CN" altLang="en-US" dirty="0">
                <a:ea typeface="+mn-ea"/>
                <a:cs typeface="+mn-ea"/>
              </a:rPr>
              <a:t>三：雪影耦合和电气</a:t>
            </a:r>
            <a:r>
              <a:rPr lang="zh-CN" altLang="en-US" dirty="0">
                <a:ea typeface="+mn-ea"/>
                <a:cs typeface="+mn-ea"/>
              </a:rPr>
              <a:t>仿真</a:t>
            </a:r>
            <a:endParaRPr lang="zh-CN" altLang="en-US" dirty="0">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10" name="文本框 9"/>
          <p:cNvSpPr txBox="1"/>
          <p:nvPr/>
        </p:nvSpPr>
        <p:spPr>
          <a:xfrm>
            <a:off x="1160780" y="1014730"/>
            <a:ext cx="8364855" cy="2553335"/>
          </a:xfrm>
          <a:prstGeom prst="rect">
            <a:avLst/>
          </a:prstGeom>
          <a:noFill/>
        </p:spPr>
        <p:txBody>
          <a:bodyPr wrap="square" rtlCol="0">
            <a:spAutoFit/>
          </a:bodyPr>
          <a:p>
            <a:pPr indent="457200"/>
            <a:r>
              <a:rPr lang="zh-CN" altLang="en-US" sz="1600">
                <a:latin typeface="方正公文楷体" panose="02000500000000000000" charset="-122"/>
                <a:ea typeface="方正公文楷体" panose="02000500000000000000" charset="-122"/>
                <a:cs typeface="方正公文楷体" panose="02000500000000000000" charset="-122"/>
              </a:rPr>
              <a:t>本仿真系统采用</a:t>
            </a:r>
            <a:r>
              <a:rPr lang="en-US" altLang="zh-CN" sz="1600">
                <a:latin typeface="方正公文楷体" panose="02000500000000000000" charset="-122"/>
                <a:ea typeface="方正公文楷体" panose="02000500000000000000" charset="-122"/>
                <a:cs typeface="方正公文楷体" panose="02000500000000000000" charset="-122"/>
              </a:rPr>
              <a:t>MATLAB</a:t>
            </a:r>
            <a:r>
              <a:rPr lang="zh-CN" altLang="en-US" sz="1600">
                <a:latin typeface="方正公文楷体" panose="02000500000000000000" charset="-122"/>
                <a:ea typeface="方正公文楷体" panose="02000500000000000000" charset="-122"/>
                <a:cs typeface="方正公文楷体" panose="02000500000000000000" charset="-122"/>
              </a:rPr>
              <a:t>与</a:t>
            </a:r>
            <a:r>
              <a:rPr lang="en-US" altLang="zh-CN" sz="1600">
                <a:latin typeface="方正公文楷体" panose="02000500000000000000" charset="-122"/>
                <a:ea typeface="方正公文楷体" panose="02000500000000000000" charset="-122"/>
                <a:cs typeface="方正公文楷体" panose="02000500000000000000" charset="-122"/>
              </a:rPr>
              <a:t>Python</a:t>
            </a:r>
            <a:r>
              <a:rPr lang="zh-CN" altLang="en-US" sz="1600">
                <a:latin typeface="方正公文楷体" panose="02000500000000000000" charset="-122"/>
                <a:ea typeface="方正公文楷体" panose="02000500000000000000" charset="-122"/>
                <a:cs typeface="方正公文楷体" panose="02000500000000000000" charset="-122"/>
              </a:rPr>
              <a:t>混合编程架构，通过</a:t>
            </a:r>
            <a:r>
              <a:rPr lang="en-US" altLang="zh-CN" sz="1600">
                <a:latin typeface="方正公文楷体" panose="02000500000000000000" charset="-122"/>
                <a:ea typeface="方正公文楷体" panose="02000500000000000000" charset="-122"/>
                <a:cs typeface="方正公文楷体" panose="02000500000000000000" charset="-122"/>
              </a:rPr>
              <a:t>Python</a:t>
            </a:r>
            <a:r>
              <a:rPr lang="zh-CN" altLang="en-US" sz="1600">
                <a:latin typeface="方正公文楷体" panose="02000500000000000000" charset="-122"/>
                <a:ea typeface="方正公文楷体" panose="02000500000000000000" charset="-122"/>
                <a:cs typeface="方正公文楷体" panose="02000500000000000000" charset="-122"/>
              </a:rPr>
              <a:t>进行几何阴影计算，</a:t>
            </a:r>
            <a:r>
              <a:rPr lang="en-US" altLang="zh-CN" sz="1600">
                <a:latin typeface="方正公文楷体" panose="02000500000000000000" charset="-122"/>
                <a:ea typeface="方正公文楷体" panose="02000500000000000000" charset="-122"/>
                <a:cs typeface="方正公文楷体" panose="02000500000000000000" charset="-122"/>
              </a:rPr>
              <a:t>MATLAB</a:t>
            </a:r>
            <a:r>
              <a:rPr lang="zh-CN" altLang="en-US" sz="1600">
                <a:latin typeface="方正公文楷体" panose="02000500000000000000" charset="-122"/>
                <a:ea typeface="方正公文楷体" panose="02000500000000000000" charset="-122"/>
                <a:cs typeface="方正公文楷体" panose="02000500000000000000" charset="-122"/>
              </a:rPr>
              <a:t>完成雪影耦合与电气特性仿真，实现完整的雪影耦合仿真流程。</a:t>
            </a:r>
            <a:r>
              <a:rPr lang="en-US" altLang="zh-CN" sz="1600">
                <a:latin typeface="方正公文楷体" panose="02000500000000000000" charset="-122"/>
                <a:ea typeface="方正公文楷体" panose="02000500000000000000" charset="-122"/>
                <a:cs typeface="方正公文楷体" panose="02000500000000000000" charset="-122"/>
              </a:rPr>
              <a:t>MATLAB</a:t>
            </a:r>
            <a:r>
              <a:rPr lang="zh-CN" altLang="en-US" sz="1600">
                <a:latin typeface="方正公文楷体" panose="02000500000000000000" charset="-122"/>
                <a:ea typeface="方正公文楷体" panose="02000500000000000000" charset="-122"/>
                <a:cs typeface="方正公文楷体" panose="02000500000000000000" charset="-122"/>
              </a:rPr>
              <a:t>通过内置函数（</a:t>
            </a:r>
            <a:r>
              <a:rPr lang="en-US" altLang="zh-CN" sz="1600">
                <a:latin typeface="方正公文楷体" panose="02000500000000000000" charset="-122"/>
                <a:ea typeface="方正公文楷体" panose="02000500000000000000" charset="-122"/>
                <a:cs typeface="方正公文楷体" panose="02000500000000000000" charset="-122"/>
              </a:rPr>
              <a:t>pyenv）</a:t>
            </a:r>
            <a:r>
              <a:rPr lang="zh-CN" altLang="en-US" sz="1600">
                <a:latin typeface="方正公文楷体" panose="02000500000000000000" charset="-122"/>
                <a:ea typeface="方正公文楷体" panose="02000500000000000000" charset="-122"/>
                <a:cs typeface="方正公文楷体" panose="02000500000000000000" charset="-122"/>
              </a:rPr>
              <a:t>配置</a:t>
            </a:r>
            <a:r>
              <a:rPr lang="en-US" altLang="zh-CN" sz="1600">
                <a:latin typeface="方正公文楷体" panose="02000500000000000000" charset="-122"/>
                <a:ea typeface="方正公文楷体" panose="02000500000000000000" charset="-122"/>
                <a:cs typeface="方正公文楷体" panose="02000500000000000000" charset="-122"/>
              </a:rPr>
              <a:t>Python</a:t>
            </a:r>
            <a:r>
              <a:rPr lang="zh-CN" altLang="en-US" sz="1600">
                <a:latin typeface="方正公文楷体" panose="02000500000000000000" charset="-122"/>
                <a:ea typeface="方正公文楷体" panose="02000500000000000000" charset="-122"/>
                <a:cs typeface="方正公文楷体" panose="02000500000000000000" charset="-122"/>
              </a:rPr>
              <a:t>环境，调用</a:t>
            </a:r>
            <a:r>
              <a:rPr lang="en-US" altLang="zh-CN" sz="1600">
                <a:latin typeface="方正公文楷体" panose="02000500000000000000" charset="-122"/>
                <a:ea typeface="方正公文楷体" panose="02000500000000000000" charset="-122"/>
                <a:cs typeface="方正公文楷体" panose="02000500000000000000" charset="-122"/>
              </a:rPr>
              <a:t>python</a:t>
            </a:r>
            <a:r>
              <a:rPr lang="zh-CN" altLang="en-US" sz="1600">
                <a:latin typeface="方正公文楷体" panose="02000500000000000000" charset="-122"/>
                <a:ea typeface="方正公文楷体" panose="02000500000000000000" charset="-122"/>
                <a:cs typeface="方正公文楷体" panose="02000500000000000000" charset="-122"/>
              </a:rPr>
              <a:t>模块中的</a:t>
            </a:r>
            <a:r>
              <a:rPr lang="en-US" altLang="zh-CN" sz="1600">
                <a:latin typeface="方正公文楷体" panose="02000500000000000000" charset="-122"/>
                <a:ea typeface="方正公文楷体" panose="02000500000000000000" charset="-122"/>
                <a:cs typeface="方正公文楷体" panose="02000500000000000000" charset="-122"/>
              </a:rPr>
              <a:t>calculate_shading_ratio</a:t>
            </a:r>
            <a:r>
              <a:rPr lang="zh-CN" altLang="en-US" sz="1600">
                <a:latin typeface="方正公文楷体" panose="02000500000000000000" charset="-122"/>
                <a:ea typeface="方正公文楷体" panose="02000500000000000000" charset="-122"/>
                <a:cs typeface="方正公文楷体" panose="02000500000000000000" charset="-122"/>
              </a:rPr>
              <a:t>函数。输入障碍物顶点坐标，光照方向向量，光伏阵列四个顶点坐标，得到几何阴影遮挡比例，本研究采用单二极管五参数模型作为光伏组件的电气模型。</a:t>
            </a:r>
            <a:endParaRPr lang="zh-CN" altLang="en-US" sz="1600">
              <a:latin typeface="方正公文楷体" panose="02000500000000000000" charset="-122"/>
              <a:ea typeface="方正公文楷体" panose="02000500000000000000" charset="-122"/>
              <a:cs typeface="方正公文楷体" panose="02000500000000000000" charset="-122"/>
            </a:endParaRPr>
          </a:p>
          <a:p>
            <a:endParaRPr lang="zh-CN" altLang="en-US" sz="1600">
              <a:latin typeface="方正公文楷体" panose="02000500000000000000" charset="-122"/>
              <a:ea typeface="方正公文楷体" panose="02000500000000000000" charset="-122"/>
              <a:cs typeface="方正公文楷体" panose="02000500000000000000" charset="-122"/>
            </a:endParaRPr>
          </a:p>
          <a:p>
            <a:pPr indent="457200"/>
            <a:r>
              <a:rPr lang="zh-CN" altLang="en-US" sz="1600">
                <a:latin typeface="方正公文楷体" panose="02000500000000000000" charset="-122"/>
                <a:ea typeface="方正公文楷体" panose="02000500000000000000" charset="-122"/>
                <a:cs typeface="方正公文楷体" panose="02000500000000000000" charset="-122"/>
              </a:rPr>
              <a:t>参照论文《</a:t>
            </a:r>
            <a:r>
              <a:rPr lang="en-US" altLang="zh-CN" sz="1600">
                <a:latin typeface="方正公文楷体" panose="02000500000000000000" charset="-122"/>
                <a:ea typeface="方正公文楷体" panose="02000500000000000000" charset="-122"/>
                <a:cs typeface="方正公文楷体" panose="02000500000000000000" charset="-122"/>
              </a:rPr>
              <a:t>A Novel Methodology for Partial Shading Diagnosis Using the Electrical Parameters of Photovoltaic Strings》</a:t>
            </a:r>
            <a:r>
              <a:rPr lang="zh-CN" altLang="en-US" sz="1600">
                <a:latin typeface="方正公文楷体" panose="02000500000000000000" charset="-122"/>
                <a:ea typeface="方正公文楷体" panose="02000500000000000000" charset="-122"/>
                <a:cs typeface="方正公文楷体" panose="02000500000000000000" charset="-122"/>
              </a:rPr>
              <a:t>中的结论与观测数据，应用3个子模块+旁路二极管结构、子模块电流限制原理、旁路二极管导通逻辑复现了阴影遮挡条件下</a:t>
            </a:r>
            <a:r>
              <a:rPr lang="en-US" altLang="zh-CN" sz="1600">
                <a:latin typeface="方正公文楷体" panose="02000500000000000000" charset="-122"/>
                <a:ea typeface="方正公文楷体" panose="02000500000000000000" charset="-122"/>
                <a:cs typeface="方正公文楷体" panose="02000500000000000000" charset="-122"/>
              </a:rPr>
              <a:t>IV</a:t>
            </a:r>
            <a:r>
              <a:rPr lang="zh-CN" altLang="en-US" sz="1600">
                <a:latin typeface="方正公文楷体" panose="02000500000000000000" charset="-122"/>
                <a:ea typeface="方正公文楷体" panose="02000500000000000000" charset="-122"/>
                <a:cs typeface="方正公文楷体" panose="02000500000000000000" charset="-122"/>
              </a:rPr>
              <a:t>曲线的阶梯状下降这一现象</a:t>
            </a:r>
            <a:endParaRPr lang="zh-CN" altLang="en-US" sz="1600">
              <a:latin typeface="方正公文楷体" panose="02000500000000000000" charset="-122"/>
              <a:ea typeface="方正公文楷体" panose="02000500000000000000" charset="-122"/>
              <a:cs typeface="方正公文楷体" panose="02000500000000000000" charset="-122"/>
            </a:endParaRPr>
          </a:p>
        </p:txBody>
      </p:sp>
      <p:pic>
        <p:nvPicPr>
          <p:cNvPr id="11" name="图片 10" descr="7f4f96316bee7e0b10749df804f42426"/>
          <p:cNvPicPr>
            <a:picLocks noChangeAspect="1"/>
          </p:cNvPicPr>
          <p:nvPr/>
        </p:nvPicPr>
        <p:blipFill>
          <a:blip r:embed="rId1"/>
          <a:stretch>
            <a:fillRect/>
          </a:stretch>
        </p:blipFill>
        <p:spPr>
          <a:xfrm>
            <a:off x="1465580" y="3683635"/>
            <a:ext cx="4137025" cy="1973580"/>
          </a:xfrm>
          <a:prstGeom prst="rect">
            <a:avLst/>
          </a:prstGeom>
        </p:spPr>
      </p:pic>
      <p:sp>
        <p:nvSpPr>
          <p:cNvPr id="13" name="文本框 12"/>
          <p:cNvSpPr txBox="1"/>
          <p:nvPr/>
        </p:nvSpPr>
        <p:spPr>
          <a:xfrm>
            <a:off x="1823085" y="5772785"/>
            <a:ext cx="3779520" cy="257810"/>
          </a:xfrm>
          <a:prstGeom prst="rect">
            <a:avLst/>
          </a:prstGeom>
          <a:noFill/>
        </p:spPr>
        <p:txBody>
          <a:bodyPr wrap="square" rtlCol="0">
            <a:noAutofit/>
          </a:bodyPr>
          <a:p>
            <a:r>
              <a:rPr lang="zh-CN" altLang="en-US" sz="1000">
                <a:latin typeface="方正公文楷体" panose="02000500000000000000" charset="-122"/>
                <a:ea typeface="方正公文楷体" panose="02000500000000000000" charset="-122"/>
                <a:cs typeface="方正公文楷体" panose="02000500000000000000" charset="-122"/>
              </a:rPr>
              <a:t>实际光伏器件的特性I-V曲线及三个特征点</a:t>
            </a:r>
            <a:endParaRPr lang="zh-CN" altLang="en-US" sz="1000">
              <a:latin typeface="方正公文楷体" panose="02000500000000000000" charset="-122"/>
              <a:ea typeface="方正公文楷体" panose="02000500000000000000" charset="-122"/>
              <a:cs typeface="方正公文楷体" panose="02000500000000000000" charset="-122"/>
            </a:endParaRPr>
          </a:p>
        </p:txBody>
      </p:sp>
      <p:sp>
        <p:nvSpPr>
          <p:cNvPr id="14" name="文本框 13"/>
          <p:cNvSpPr txBox="1"/>
          <p:nvPr/>
        </p:nvSpPr>
        <p:spPr>
          <a:xfrm>
            <a:off x="6489700" y="5772785"/>
            <a:ext cx="3536950" cy="553085"/>
          </a:xfrm>
          <a:prstGeom prst="rect">
            <a:avLst/>
          </a:prstGeom>
          <a:noFill/>
        </p:spPr>
        <p:txBody>
          <a:bodyPr wrap="square" rtlCol="0">
            <a:spAutoFit/>
          </a:bodyPr>
          <a:p>
            <a:r>
              <a:rPr lang="zh-CN" altLang="en-US" sz="1000">
                <a:latin typeface="方正公文楷体" panose="02000500000000000000" charset="-122"/>
                <a:ea typeface="方正公文楷体" panose="02000500000000000000" charset="-122"/>
                <a:cs typeface="方正公文楷体" panose="02000500000000000000" charset="-122"/>
              </a:rPr>
              <a:t>在</a:t>
            </a:r>
            <a:r>
              <a:rPr lang="en-US" altLang="zh-CN" sz="1000">
                <a:latin typeface="方正公文楷体" panose="02000500000000000000" charset="-122"/>
                <a:ea typeface="方正公文楷体" panose="02000500000000000000" charset="-122"/>
                <a:cs typeface="方正公文楷体" panose="02000500000000000000" charset="-122"/>
              </a:rPr>
              <a:t>G = 800 W/m²</a:t>
            </a:r>
            <a:r>
              <a:rPr lang="zh-CN" altLang="en-US" sz="1000">
                <a:latin typeface="方正公文楷体" panose="02000500000000000000" charset="-122"/>
                <a:ea typeface="方正公文楷体" panose="02000500000000000000" charset="-122"/>
                <a:cs typeface="方正公文楷体" panose="02000500000000000000" charset="-122"/>
              </a:rPr>
              <a:t>时光伏组件及三个子模块的</a:t>
            </a:r>
            <a:r>
              <a:rPr lang="en-US" altLang="zh-CN" sz="1000">
                <a:latin typeface="方正公文楷体" panose="02000500000000000000" charset="-122"/>
                <a:ea typeface="方正公文楷体" panose="02000500000000000000" charset="-122"/>
                <a:cs typeface="方正公文楷体" panose="02000500000000000000" charset="-122"/>
              </a:rPr>
              <a:t>I-V</a:t>
            </a:r>
            <a:r>
              <a:rPr lang="zh-CN" altLang="en-US" sz="1000">
                <a:latin typeface="方正公文楷体" panose="02000500000000000000" charset="-122"/>
                <a:ea typeface="方正公文楷体" panose="02000500000000000000" charset="-122"/>
                <a:cs typeface="方正公文楷体" panose="02000500000000000000" charset="-122"/>
              </a:rPr>
              <a:t>曲线和最大功率点。图中展示了每个子模块在局部最大功率点下的工作状态。</a:t>
            </a:r>
            <a:endParaRPr lang="zh-CN" altLang="en-US" sz="1000">
              <a:latin typeface="方正公文楷体" panose="02000500000000000000" charset="-122"/>
              <a:ea typeface="方正公文楷体" panose="02000500000000000000" charset="-122"/>
              <a:cs typeface="方正公文楷体" panose="02000500000000000000" charset="-122"/>
            </a:endParaRPr>
          </a:p>
        </p:txBody>
      </p:sp>
      <p:pic>
        <p:nvPicPr>
          <p:cNvPr id="15" name="图片 12" descr="6f1bf6f381dbd7090c682643f4268701"/>
          <p:cNvPicPr>
            <a:picLocks noChangeAspect="1"/>
          </p:cNvPicPr>
          <p:nvPr/>
        </p:nvPicPr>
        <p:blipFill>
          <a:blip r:embed="rId2"/>
          <a:stretch>
            <a:fillRect/>
          </a:stretch>
        </p:blipFill>
        <p:spPr>
          <a:xfrm>
            <a:off x="6722745" y="3373120"/>
            <a:ext cx="2931160" cy="2362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cs typeface="+mn-ea"/>
              </a:rPr>
              <a:t>已有基础</a:t>
            </a:r>
            <a:endParaRPr lang="zh-CN" altLang="en-US" dirty="0">
              <a:cs typeface="+mn-ea"/>
            </a:endParaRPr>
          </a:p>
        </p:txBody>
      </p:sp>
      <p:sp>
        <p:nvSpPr>
          <p:cNvPr id="6" name="文本占位符 5"/>
          <p:cNvSpPr>
            <a:spLocks noGrp="1"/>
          </p:cNvSpPr>
          <p:nvPr>
            <p:ph type="body" sz="quarter" idx="11"/>
          </p:nvPr>
        </p:nvSpPr>
        <p:spPr/>
        <p:txBody>
          <a:bodyPr/>
          <a:lstStyle/>
          <a:p>
            <a:r>
              <a:rPr lang="en-US" altLang="zh-CN" dirty="0">
                <a:solidFill>
                  <a:prstClr val="white">
                    <a:lumMod val="75000"/>
                  </a:prstClr>
                </a:solidFill>
                <a:cs typeface="+mn-ea"/>
              </a:rPr>
              <a:t>Research Foundation </a:t>
            </a:r>
            <a:endParaRPr lang="en-US" altLang="zh-CN" sz="1000" dirty="0">
              <a:solidFill>
                <a:prstClr val="white">
                  <a:lumMod val="75000"/>
                </a:prstClr>
              </a:solidFill>
              <a:cs typeface="+mn-ea"/>
            </a:endParaRPr>
          </a:p>
        </p:txBody>
      </p:sp>
      <p:sp>
        <p:nvSpPr>
          <p:cNvPr id="4" name="日期占位符 3"/>
          <p:cNvSpPr>
            <a:spLocks noGrp="1"/>
          </p:cNvSpPr>
          <p:nvPr>
            <p:ph type="dt" sz="half" idx="12"/>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7" name="图片 6"/>
          <p:cNvPicPr>
            <a:picLocks noChangeAspect="1"/>
          </p:cNvPicPr>
          <p:nvPr/>
        </p:nvPicPr>
        <p:blipFill>
          <a:blip r:embed="rId1"/>
          <a:srcRect l="24798" t="13433" r="24798" b="26261"/>
          <a:stretch>
            <a:fillRect/>
          </a:stretch>
        </p:blipFill>
        <p:spPr>
          <a:xfrm>
            <a:off x="1132586" y="1337624"/>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1164299" y="347251"/>
            <a:ext cx="8972664" cy="399415"/>
          </a:xfrm>
        </p:spPr>
        <p:txBody>
          <a:bodyPr/>
          <a:lstStyle/>
          <a:p>
            <a:r>
              <a:rPr lang="zh-CN" altLang="en-US" dirty="0"/>
              <a:t>算法测试</a:t>
            </a:r>
            <a:endParaRPr lang="zh-CN" altLang="en-US" dirty="0"/>
          </a:p>
        </p:txBody>
      </p:sp>
      <p:sp>
        <p:nvSpPr>
          <p:cNvPr id="2" name="日期占位符 1"/>
          <p:cNvSpPr>
            <a:spLocks noGrp="1"/>
          </p:cNvSpPr>
          <p:nvPr>
            <p:ph type="dt" sz="half" idx="22"/>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4" name="灯片编号占位符 3"/>
          <p:cNvSpPr>
            <a:spLocks noGrp="1"/>
          </p:cNvSpPr>
          <p:nvPr>
            <p:ph type="sldNum" sz="quarter" idx="24"/>
          </p:nvPr>
        </p:nvSpPr>
        <p:spPr/>
        <p:txBody>
          <a:bodyPr/>
          <a:lstStyle/>
          <a:p>
            <a:fld id="{C79ECAFE-A460-4E13-ABCB-32CAE6136244}" type="slidenum">
              <a:rPr lang="zh-CN" altLang="en-US" smtClean="0"/>
            </a:fld>
            <a:endParaRPr lang="zh-CN" altLang="en-US" dirty="0"/>
          </a:p>
        </p:txBody>
      </p:sp>
      <p:sp>
        <p:nvSpPr>
          <p:cNvPr id="25" name="文本占位符 5"/>
          <p:cNvSpPr txBox="1"/>
          <p:nvPr/>
        </p:nvSpPr>
        <p:spPr>
          <a:xfrm>
            <a:off x="1756410" y="3062605"/>
            <a:ext cx="4843145" cy="3642360"/>
          </a:xfrm>
          <a:prstGeom prst="rect">
            <a:avLst/>
          </a:prstGeom>
        </p:spPr>
        <p:txBody>
          <a:bodyPr vert="horz" lIns="91440" tIns="45720" rIns="91440" bIns="45720" rtlCol="0">
            <a:noAutofit/>
          </a:bodyPr>
          <a:lstStyle>
            <a:lvl1pPr marL="0" indent="0" algn="ctr" defTabSz="914400" rtl="0" eaLnBrk="1" latinLnBrk="0" hangingPunct="1">
              <a:lnSpc>
                <a:spcPct val="13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gn="l"/>
            <a:r>
              <a:rPr lang="zh-CN" altLang="en-US" sz="1600">
                <a:latin typeface="方正公文楷体" panose="02000500000000000000" charset="-122"/>
                <a:ea typeface="方正公文楷体" panose="02000500000000000000" charset="-122"/>
                <a:cs typeface="方正公文楷体" panose="02000500000000000000" charset="-122"/>
                <a:sym typeface="+mn-ea"/>
              </a:rPr>
              <a:t>这是在以基础辐照度公式为基础的代码框架下计算得出的最优俯仰角度和最优面数的计算结果</a:t>
            </a:r>
            <a:r>
              <a:rPr lang="en-US" altLang="zh-CN" sz="1600">
                <a:latin typeface="方正公文楷体" panose="02000500000000000000" charset="-122"/>
                <a:ea typeface="方正公文楷体" panose="02000500000000000000" charset="-122"/>
                <a:cs typeface="方正公文楷体" panose="02000500000000000000" charset="-122"/>
                <a:sym typeface="+mn-ea"/>
              </a:rPr>
              <a:t>(</a:t>
            </a:r>
            <a:r>
              <a:rPr lang="zh-CN" altLang="en-US" sz="1600">
                <a:latin typeface="方正公文楷体" panose="02000500000000000000" charset="-122"/>
                <a:ea typeface="方正公文楷体" panose="02000500000000000000" charset="-122"/>
                <a:cs typeface="方正公文楷体" panose="02000500000000000000" charset="-122"/>
                <a:sym typeface="+mn-ea"/>
              </a:rPr>
              <a:t>仅基于全年理论辐照度及其波动率评估</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endParaRPr lang="en-US" altLang="zh-CN" sz="1600">
              <a:latin typeface="方正公文楷体" panose="02000500000000000000" charset="-122"/>
              <a:ea typeface="方正公文楷体" panose="02000500000000000000" charset="-122"/>
              <a:cs typeface="方正公文楷体" panose="02000500000000000000" charset="-122"/>
            </a:endParaRPr>
          </a:p>
          <a:p>
            <a:pPr algn="l">
              <a:lnSpc>
                <a:spcPct val="100000"/>
              </a:lnSpc>
              <a:spcBef>
                <a:spcPts val="600"/>
              </a:spcBef>
              <a:spcAft>
                <a:spcPts val="600"/>
              </a:spcAft>
            </a:pPr>
            <a:endParaRPr lang="en-US" altLang="zh-CN" sz="1600">
              <a:latin typeface="方正公文楷体" panose="02000500000000000000" charset="-122"/>
              <a:ea typeface="方正公文楷体" panose="02000500000000000000" charset="-122"/>
              <a:cs typeface="方正公文楷体" panose="02000500000000000000" charset="-122"/>
            </a:endParaRPr>
          </a:p>
          <a:p>
            <a:pPr indent="457200" algn="l"/>
            <a:r>
              <a:rPr lang="zh-CN" altLang="en-US" sz="1600">
                <a:latin typeface="方正公文楷体" panose="02000500000000000000" charset="-122"/>
                <a:ea typeface="方正公文楷体" panose="02000500000000000000" charset="-122"/>
                <a:cs typeface="方正公文楷体" panose="02000500000000000000" charset="-122"/>
                <a:sym typeface="+mn-ea"/>
              </a:rPr>
              <a:t>结果显示</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在南极多个中国科考站</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单板最优角度均接近</a:t>
            </a:r>
            <a:r>
              <a:rPr lang="en-US" altLang="zh-CN" sz="1600">
                <a:latin typeface="方正公文楷体" panose="02000500000000000000" charset="-122"/>
                <a:ea typeface="方正公文楷体" panose="02000500000000000000" charset="-122"/>
                <a:cs typeface="方正公文楷体" panose="02000500000000000000" charset="-122"/>
                <a:sym typeface="+mn-ea"/>
              </a:rPr>
              <a:t>90</a:t>
            </a:r>
            <a:r>
              <a:rPr lang="zh-CN" altLang="en-US" sz="1600">
                <a:latin typeface="方正公文楷体" panose="02000500000000000000" charset="-122"/>
                <a:ea typeface="方正公文楷体" panose="02000500000000000000" charset="-122"/>
                <a:cs typeface="方正公文楷体" panose="02000500000000000000" charset="-122"/>
                <a:sym typeface="+mn-ea"/>
              </a:rPr>
              <a:t>°</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即垂直摆放</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在辐照度的考量中</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我们去掉了对单面的考量</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由于其辐照度接收以及结构上的不稳定</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除此之外</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大致能够得出辐照度以及两种波动率随面数的变化趋势</a:t>
            </a:r>
            <a:r>
              <a:rPr lang="en-US" altLang="zh-CN" sz="1600">
                <a:latin typeface="方正公文楷体" panose="02000500000000000000" charset="-122"/>
                <a:ea typeface="方正公文楷体" panose="02000500000000000000" charset="-122"/>
                <a:cs typeface="方正公文楷体" panose="02000500000000000000" charset="-122"/>
                <a:sym typeface="+mn-ea"/>
              </a:rPr>
              <a:t>, </a:t>
            </a:r>
            <a:r>
              <a:rPr lang="zh-CN" altLang="en-US" sz="1600">
                <a:latin typeface="方正公文楷体" panose="02000500000000000000" charset="-122"/>
                <a:ea typeface="方正公文楷体" panose="02000500000000000000" charset="-122"/>
                <a:cs typeface="方正公文楷体" panose="02000500000000000000" charset="-122"/>
                <a:sym typeface="+mn-ea"/>
              </a:rPr>
              <a:t>暂时从结果上来看</a:t>
            </a:r>
            <a:r>
              <a:rPr lang="en-US" altLang="zh-CN" sz="1600">
                <a:latin typeface="方正公文楷体" panose="02000500000000000000" charset="-122"/>
                <a:ea typeface="方正公文楷体" panose="02000500000000000000" charset="-122"/>
                <a:cs typeface="方正公文楷体" panose="02000500000000000000" charset="-122"/>
                <a:sym typeface="+mn-ea"/>
              </a:rPr>
              <a:t>, 3</a:t>
            </a:r>
            <a:r>
              <a:rPr lang="zh-CN" altLang="en-US" sz="1600">
                <a:latin typeface="方正公文楷体" panose="02000500000000000000" charset="-122"/>
                <a:ea typeface="方正公文楷体" panose="02000500000000000000" charset="-122"/>
                <a:cs typeface="方正公文楷体" panose="02000500000000000000" charset="-122"/>
                <a:sym typeface="+mn-ea"/>
              </a:rPr>
              <a:t>个面是最优的</a:t>
            </a:r>
            <a:endParaRPr lang="zh-CN" altLang="en-US" sz="1600">
              <a:latin typeface="方正公文楷体" panose="02000500000000000000" charset="-122"/>
              <a:ea typeface="方正公文楷体" panose="02000500000000000000" charset="-122"/>
              <a:cs typeface="方正公文楷体" panose="02000500000000000000" charset="-122"/>
            </a:endParaRPr>
          </a:p>
          <a:p>
            <a:pPr algn="l">
              <a:lnSpc>
                <a:spcPct val="100000"/>
              </a:lnSpc>
              <a:spcBef>
                <a:spcPts val="600"/>
              </a:spcBef>
              <a:spcAft>
                <a:spcPts val="600"/>
              </a:spcAft>
            </a:pPr>
            <a:endParaRPr lang="en-US" altLang="zh-CN" sz="1400" dirty="0">
              <a:solidFill>
                <a:srgbClr val="FF0000"/>
              </a:solidFill>
              <a:latin typeface="微软雅黑" panose="020B0503020204020204" charset="-122"/>
              <a:ea typeface="微软雅黑" panose="020B0503020204020204" charset="-122"/>
            </a:endParaRPr>
          </a:p>
          <a:p>
            <a:pPr algn="l">
              <a:lnSpc>
                <a:spcPct val="100000"/>
              </a:lnSpc>
              <a:spcBef>
                <a:spcPts val="600"/>
              </a:spcBef>
              <a:spcAft>
                <a:spcPts val="600"/>
              </a:spcAft>
            </a:pPr>
            <a:endParaRPr lang="zh-CN" altLang="en-US" sz="1400" dirty="0">
              <a:solidFill>
                <a:srgbClr val="212529"/>
              </a:solidFill>
              <a:latin typeface="微软雅黑" panose="020B0503020204020204" charset="-122"/>
              <a:ea typeface="微软雅黑" panose="020B0503020204020204" charset="-122"/>
            </a:endParaRPr>
          </a:p>
        </p:txBody>
      </p:sp>
      <p:pic>
        <p:nvPicPr>
          <p:cNvPr id="6" name="图片 5" descr="Gemini_Generated_Image_tf4t50tf4t50tf4t"/>
          <p:cNvPicPr>
            <a:picLocks noChangeAspect="1"/>
          </p:cNvPicPr>
          <p:nvPr/>
        </p:nvPicPr>
        <p:blipFill>
          <a:blip r:embed="rId1"/>
          <a:stretch>
            <a:fillRect/>
          </a:stretch>
        </p:blipFill>
        <p:spPr>
          <a:xfrm>
            <a:off x="666115" y="847725"/>
            <a:ext cx="3342005" cy="2044700"/>
          </a:xfrm>
          <a:prstGeom prst="rect">
            <a:avLst/>
          </a:prstGeom>
        </p:spPr>
      </p:pic>
      <p:pic>
        <p:nvPicPr>
          <p:cNvPr id="8" name="图片 7" descr="Gemini_Generated_Image_8lguus8lguus8lgu"/>
          <p:cNvPicPr>
            <a:picLocks noChangeAspect="1"/>
          </p:cNvPicPr>
          <p:nvPr/>
        </p:nvPicPr>
        <p:blipFill>
          <a:blip r:embed="rId2"/>
          <a:stretch>
            <a:fillRect/>
          </a:stretch>
        </p:blipFill>
        <p:spPr>
          <a:xfrm>
            <a:off x="3971290" y="847725"/>
            <a:ext cx="3347720" cy="2047240"/>
          </a:xfrm>
          <a:prstGeom prst="rect">
            <a:avLst/>
          </a:prstGeom>
        </p:spPr>
      </p:pic>
      <p:pic>
        <p:nvPicPr>
          <p:cNvPr id="9" name="图片 8" descr="Gemini_Generated_Image_cruuz5cruuz5cruu"/>
          <p:cNvPicPr>
            <a:picLocks noChangeAspect="1"/>
          </p:cNvPicPr>
          <p:nvPr/>
        </p:nvPicPr>
        <p:blipFill>
          <a:blip r:embed="rId3"/>
          <a:stretch>
            <a:fillRect/>
          </a:stretch>
        </p:blipFill>
        <p:spPr>
          <a:xfrm>
            <a:off x="7217410" y="847725"/>
            <a:ext cx="3030855" cy="2046605"/>
          </a:xfrm>
          <a:prstGeom prst="rect">
            <a:avLst/>
          </a:prstGeom>
        </p:spPr>
      </p:pic>
      <p:pic>
        <p:nvPicPr>
          <p:cNvPr id="10" name="图片 2"/>
          <p:cNvPicPr>
            <a:picLocks noChangeAspect="1"/>
          </p:cNvPicPr>
          <p:nvPr/>
        </p:nvPicPr>
        <p:blipFill>
          <a:blip r:embed="rId4"/>
          <a:stretch>
            <a:fillRect/>
          </a:stretch>
        </p:blipFill>
        <p:spPr>
          <a:xfrm>
            <a:off x="7026910" y="2894965"/>
            <a:ext cx="4114800" cy="35375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1216933" y="347251"/>
            <a:ext cx="8920029" cy="399415"/>
          </a:xfrm>
        </p:spPr>
        <p:txBody>
          <a:bodyPr/>
          <a:lstStyle/>
          <a:p>
            <a:r>
              <a:rPr lang="zh-CN" altLang="en-US" dirty="0"/>
              <a:t>雪损</a:t>
            </a:r>
            <a:r>
              <a:rPr lang="zh-CN" altLang="en-US" dirty="0"/>
              <a:t>模型</a:t>
            </a:r>
            <a:endParaRPr lang="zh-CN" altLang="en-US" dirty="0"/>
          </a:p>
        </p:txBody>
      </p:sp>
      <p:sp>
        <p:nvSpPr>
          <p:cNvPr id="5" name="日期占位符 4"/>
          <p:cNvSpPr>
            <a:spLocks noGrp="1"/>
          </p:cNvSpPr>
          <p:nvPr>
            <p:ph type="dt" sz="half" idx="14"/>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8" name="文本框 7"/>
          <p:cNvSpPr txBox="1"/>
          <p:nvPr/>
        </p:nvSpPr>
        <p:spPr>
          <a:xfrm>
            <a:off x="730250" y="1221740"/>
            <a:ext cx="10892790" cy="3379470"/>
          </a:xfrm>
          <a:prstGeom prst="rect">
            <a:avLst/>
          </a:prstGeom>
          <a:noFill/>
        </p:spPr>
        <p:txBody>
          <a:bodyPr wrap="square" rtlCol="0">
            <a:noAutofit/>
          </a:bodyPr>
          <a:p>
            <a:pPr indent="457200" algn="l"/>
            <a:r>
              <a:rPr lang="zh-CN" altLang="en-US">
                <a:latin typeface="方正公文楷体" panose="02000500000000000000" charset="-122"/>
                <a:ea typeface="方正公文楷体" panose="02000500000000000000" charset="-122"/>
                <a:cs typeface="方正公文楷体" panose="02000500000000000000" charset="-122"/>
              </a:rPr>
              <a:t>改进的</a:t>
            </a:r>
            <a:r>
              <a:rPr lang="en-US" altLang="zh-CN">
                <a:latin typeface="方正公文楷体" panose="02000500000000000000" charset="-122"/>
                <a:ea typeface="方正公文楷体" panose="02000500000000000000" charset="-122"/>
                <a:cs typeface="方正公文楷体" panose="02000500000000000000" charset="-122"/>
              </a:rPr>
              <a:t>Marion</a:t>
            </a:r>
            <a:r>
              <a:rPr lang="zh-CN" altLang="en-US">
                <a:latin typeface="方正公文楷体" panose="02000500000000000000" charset="-122"/>
                <a:ea typeface="方正公文楷体" panose="02000500000000000000" charset="-122"/>
                <a:cs typeface="方正公文楷体" panose="02000500000000000000" charset="-122"/>
              </a:rPr>
              <a:t>模型应用在高纬度南极地区的科考站（中山站和长城站）中，修正单板的辐照度随角度变化模型。完成南极长城站 / 中山站的模型本地化适配，针对极寒、极昼极夜、季节性 / 常年积雪特征完成参数优化。</a:t>
            </a:r>
            <a:endParaRPr lang="zh-CN" altLang="en-US">
              <a:latin typeface="方正公文楷体" panose="02000500000000000000" charset="-122"/>
              <a:ea typeface="方正公文楷体" panose="02000500000000000000" charset="-122"/>
              <a:cs typeface="方正公文楷体" panose="02000500000000000000" charset="-122"/>
            </a:endParaRPr>
          </a:p>
          <a:p>
            <a:pPr indent="457200" algn="l"/>
            <a:r>
              <a:rPr lang="zh-CN" altLang="en-US">
                <a:latin typeface="方正公文楷体" panose="02000500000000000000" charset="-122"/>
                <a:ea typeface="方正公文楷体" panose="02000500000000000000" charset="-122"/>
                <a:cs typeface="方正公文楷体" panose="02000500000000000000" charset="-122"/>
              </a:rPr>
              <a:t>完成两站点全年小时级气象与积雪时序模拟，积雪周期与长城站实测数据匹配。</a:t>
            </a:r>
            <a:endParaRPr lang="zh-CN" altLang="en-US">
              <a:latin typeface="方正公文楷体" panose="02000500000000000000" charset="-122"/>
              <a:ea typeface="方正公文楷体" panose="02000500000000000000" charset="-122"/>
              <a:cs typeface="方正公文楷体" panose="02000500000000000000" charset="-122"/>
            </a:endParaRPr>
          </a:p>
          <a:p>
            <a:pPr indent="457200" algn="l"/>
            <a:r>
              <a:rPr lang="zh-CN" altLang="en-US">
                <a:latin typeface="方正公文楷体" panose="02000500000000000000" charset="-122"/>
                <a:ea typeface="方正公文楷体" panose="02000500000000000000" charset="-122"/>
                <a:cs typeface="方正公文楷体" panose="02000500000000000000" charset="-122"/>
              </a:rPr>
              <a:t>完成全角度遍历寻优：遍历倾角 0-90°、方位角 0-360°，明确积雪影响下的光伏最佳安装角度。</a:t>
            </a:r>
            <a:endParaRPr lang="zh-CN" altLang="en-US">
              <a:latin typeface="方正公文楷体" panose="02000500000000000000" charset="-122"/>
              <a:ea typeface="方正公文楷体" panose="02000500000000000000" charset="-122"/>
              <a:cs typeface="方正公文楷体" panose="02000500000000000000" charset="-122"/>
            </a:endParaRPr>
          </a:p>
          <a:p>
            <a:pPr algn="l"/>
            <a:endParaRPr lang="zh-CN" altLang="en-US">
              <a:latin typeface="方正公文楷体" panose="02000500000000000000" charset="-122"/>
              <a:ea typeface="方正公文楷体" panose="02000500000000000000" charset="-122"/>
              <a:cs typeface="方正公文楷体" panose="02000500000000000000" charset="-122"/>
            </a:endParaRPr>
          </a:p>
        </p:txBody>
      </p:sp>
      <p:pic>
        <p:nvPicPr>
          <p:cNvPr id="16" name="图片 16" descr="antarctic_marion_model_长城站_2023"/>
          <p:cNvPicPr>
            <a:picLocks noChangeAspect="1"/>
          </p:cNvPicPr>
          <p:nvPr/>
        </p:nvPicPr>
        <p:blipFill>
          <a:blip r:embed="rId1"/>
          <a:stretch>
            <a:fillRect/>
          </a:stretch>
        </p:blipFill>
        <p:spPr>
          <a:xfrm>
            <a:off x="3517265" y="2740025"/>
            <a:ext cx="6699250" cy="40005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1216933" y="347251"/>
            <a:ext cx="8920029" cy="399415"/>
          </a:xfrm>
        </p:spPr>
        <p:txBody>
          <a:bodyPr/>
          <a:lstStyle/>
          <a:p>
            <a:r>
              <a:rPr lang="zh-CN" altLang="en-US" dirty="0"/>
              <a:t>雪损与电气</a:t>
            </a:r>
            <a:r>
              <a:rPr lang="zh-CN" altLang="en-US" dirty="0"/>
              <a:t>模型</a:t>
            </a:r>
            <a:endParaRPr lang="zh-CN" altLang="en-US" dirty="0"/>
          </a:p>
        </p:txBody>
      </p:sp>
      <p:sp>
        <p:nvSpPr>
          <p:cNvPr id="5" name="日期占位符 4"/>
          <p:cNvSpPr>
            <a:spLocks noGrp="1"/>
          </p:cNvSpPr>
          <p:nvPr>
            <p:ph type="dt" sz="half" idx="14"/>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16"/>
          </p:nvPr>
        </p:nvSpPr>
        <p:spPr/>
        <p:txBody>
          <a:bodyPr/>
          <a:lstStyle/>
          <a:p>
            <a:fld id="{C79ECAFE-A460-4E13-ABCB-32CAE6136244}" type="slidenum">
              <a:rPr lang="zh-CN" altLang="en-US" smtClean="0"/>
            </a:fld>
            <a:endParaRPr lang="zh-CN" altLang="en-US" dirty="0"/>
          </a:p>
        </p:txBody>
      </p:sp>
      <p:sp>
        <p:nvSpPr>
          <p:cNvPr id="4" name="文本框 3"/>
          <p:cNvSpPr txBox="1"/>
          <p:nvPr/>
        </p:nvSpPr>
        <p:spPr>
          <a:xfrm>
            <a:off x="791210" y="1221740"/>
            <a:ext cx="5570220" cy="2207260"/>
          </a:xfrm>
          <a:prstGeom prst="rect">
            <a:avLst/>
          </a:prstGeom>
          <a:noFill/>
        </p:spPr>
        <p:txBody>
          <a:bodyPr wrap="square" rtlCol="0">
            <a:noAutofit/>
          </a:bodyPr>
          <a:p>
            <a:pPr indent="457200"/>
            <a:r>
              <a:rPr lang="zh-CN" altLang="en-US">
                <a:latin typeface="方正公文楷体" panose="02000500000000000000" charset="-122"/>
                <a:ea typeface="方正公文楷体" panose="02000500000000000000" charset="-122"/>
                <a:cs typeface="方正公文楷体" panose="02000500000000000000" charset="-122"/>
              </a:rPr>
              <a:t>查询雪损识别与建模类的论文做了进一步优化，将雪这一自然因素考虑进代码仿真的步骤里，参考《</a:t>
            </a:r>
            <a:r>
              <a:rPr lang="en-US" altLang="zh-CN">
                <a:latin typeface="方正公文楷体" panose="02000500000000000000" charset="-122"/>
                <a:ea typeface="方正公文楷体" panose="02000500000000000000" charset="-122"/>
                <a:cs typeface="方正公文楷体" panose="02000500000000000000" charset="-122"/>
              </a:rPr>
              <a:t>Snow impact on PV performance: Assessing the zero-output challenge in cold areas》</a:t>
            </a:r>
            <a:r>
              <a:rPr lang="zh-CN" altLang="en-US">
                <a:latin typeface="方正公文楷体" panose="02000500000000000000" charset="-122"/>
                <a:ea typeface="方正公文楷体" panose="02000500000000000000" charset="-122"/>
                <a:cs typeface="方正公文楷体" panose="02000500000000000000" charset="-122"/>
              </a:rPr>
              <a:t>图7展示的雪深与透光率的关系曲线计算雪层透光率，</a:t>
            </a:r>
            <a:endParaRPr lang="zh-CN" altLang="en-US">
              <a:latin typeface="方正公文楷体" panose="02000500000000000000" charset="-122"/>
              <a:ea typeface="方正公文楷体" panose="02000500000000000000" charset="-122"/>
              <a:cs typeface="方正公文楷体" panose="02000500000000000000" charset="-122"/>
            </a:endParaRPr>
          </a:p>
          <a:p>
            <a:pPr algn="r"/>
            <a:endParaRPr lang="zh-CN" altLang="en-US">
              <a:latin typeface="方正公文楷体" panose="02000500000000000000" charset="-122"/>
              <a:ea typeface="方正公文楷体" panose="02000500000000000000" charset="-122"/>
              <a:cs typeface="方正公文楷体" panose="02000500000000000000" charset="-122"/>
            </a:endParaRPr>
          </a:p>
        </p:txBody>
      </p:sp>
      <p:pic>
        <p:nvPicPr>
          <p:cNvPr id="23" name="图片 14"/>
          <p:cNvPicPr>
            <a:picLocks noChangeAspect="1"/>
          </p:cNvPicPr>
          <p:nvPr/>
        </p:nvPicPr>
        <p:blipFill>
          <a:blip r:embed="rId1"/>
          <a:stretch>
            <a:fillRect/>
          </a:stretch>
        </p:blipFill>
        <p:spPr>
          <a:xfrm>
            <a:off x="994410" y="3790315"/>
            <a:ext cx="3453765" cy="2386965"/>
          </a:xfrm>
          <a:prstGeom prst="rect">
            <a:avLst/>
          </a:prstGeom>
          <a:noFill/>
          <a:ln>
            <a:noFill/>
          </a:ln>
        </p:spPr>
      </p:pic>
      <p:pic>
        <p:nvPicPr>
          <p:cNvPr id="24" name="图片 24" descr="e587c7dc508e81e5e55c4f6b126b7c31"/>
          <p:cNvPicPr>
            <a:picLocks noChangeAspect="1"/>
          </p:cNvPicPr>
          <p:nvPr/>
        </p:nvPicPr>
        <p:blipFill>
          <a:blip r:embed="rId2"/>
          <a:stretch>
            <a:fillRect/>
          </a:stretch>
        </p:blipFill>
        <p:spPr>
          <a:xfrm>
            <a:off x="6439535" y="2840990"/>
            <a:ext cx="5556250" cy="3150235"/>
          </a:xfrm>
          <a:prstGeom prst="rect">
            <a:avLst/>
          </a:prstGeom>
        </p:spPr>
      </p:pic>
      <p:sp>
        <p:nvSpPr>
          <p:cNvPr id="7" name="文本框 6"/>
          <p:cNvSpPr txBox="1"/>
          <p:nvPr/>
        </p:nvSpPr>
        <p:spPr>
          <a:xfrm>
            <a:off x="7047865" y="2321560"/>
            <a:ext cx="4614545" cy="275590"/>
          </a:xfrm>
          <a:prstGeom prst="rect">
            <a:avLst/>
          </a:prstGeom>
          <a:noFill/>
        </p:spPr>
        <p:txBody>
          <a:bodyPr wrap="square" rtlCol="0">
            <a:spAutoFit/>
          </a:bodyPr>
          <a:p>
            <a:r>
              <a:rPr lang="zh-CN" altLang="en-US" sz="1200">
                <a:latin typeface="方正公文楷体" panose="02000500000000000000" charset="-122"/>
                <a:ea typeface="方正公文楷体" panose="02000500000000000000" charset="-122"/>
                <a:cs typeface="方正公文楷体" panose="02000500000000000000" charset="-122"/>
              </a:rPr>
              <a:t>现阶段仿真得到的</a:t>
            </a:r>
            <a:r>
              <a:rPr lang="en-US" altLang="zh-CN" sz="1200">
                <a:latin typeface="方正公文楷体" panose="02000500000000000000" charset="-122"/>
                <a:ea typeface="方正公文楷体" panose="02000500000000000000" charset="-122"/>
                <a:cs typeface="方正公文楷体" panose="02000500000000000000" charset="-122"/>
              </a:rPr>
              <a:t>IV</a:t>
            </a:r>
            <a:r>
              <a:rPr lang="zh-CN" altLang="en-US" sz="1200">
                <a:latin typeface="方正公文楷体" panose="02000500000000000000" charset="-122"/>
                <a:ea typeface="方正公文楷体" panose="02000500000000000000" charset="-122"/>
                <a:cs typeface="方正公文楷体" panose="02000500000000000000" charset="-122"/>
              </a:rPr>
              <a:t>曲线与</a:t>
            </a:r>
            <a:r>
              <a:rPr lang="en-US" altLang="zh-CN" sz="1200">
                <a:latin typeface="方正公文楷体" panose="02000500000000000000" charset="-122"/>
                <a:ea typeface="方正公文楷体" panose="02000500000000000000" charset="-122"/>
                <a:cs typeface="方正公文楷体" panose="02000500000000000000" charset="-122"/>
              </a:rPr>
              <a:t>PV</a:t>
            </a:r>
            <a:r>
              <a:rPr lang="zh-CN" altLang="en-US" sz="1200">
                <a:latin typeface="方正公文楷体" panose="02000500000000000000" charset="-122"/>
                <a:ea typeface="方正公文楷体" panose="02000500000000000000" charset="-122"/>
                <a:cs typeface="方正公文楷体" panose="02000500000000000000" charset="-122"/>
              </a:rPr>
              <a:t>曲线</a:t>
            </a:r>
            <a:r>
              <a:rPr lang="zh-CN" altLang="en-US" sz="1200">
                <a:latin typeface="方正公文楷体" panose="02000500000000000000" charset="-122"/>
                <a:ea typeface="方正公文楷体" panose="02000500000000000000" charset="-122"/>
                <a:cs typeface="方正公文楷体" panose="02000500000000000000" charset="-122"/>
              </a:rPr>
              <a:t>图像</a:t>
            </a:r>
            <a:endParaRPr lang="zh-CN" altLang="en-US" sz="1200">
              <a:latin typeface="方正公文楷体" panose="02000500000000000000" charset="-122"/>
              <a:ea typeface="方正公文楷体" panose="02000500000000000000" charset="-122"/>
              <a:cs typeface="方正公文楷体" panose="02000500000000000000" charset="-122"/>
            </a:endParaRPr>
          </a:p>
        </p:txBody>
      </p:sp>
      <p:sp>
        <p:nvSpPr>
          <p:cNvPr id="9" name="文本框 8"/>
          <p:cNvSpPr txBox="1"/>
          <p:nvPr/>
        </p:nvSpPr>
        <p:spPr>
          <a:xfrm>
            <a:off x="791845" y="2759075"/>
            <a:ext cx="5708015" cy="1504950"/>
          </a:xfrm>
          <a:prstGeom prst="rect">
            <a:avLst/>
          </a:prstGeom>
          <a:noFill/>
        </p:spPr>
        <p:txBody>
          <a:bodyPr wrap="square" rtlCol="0">
            <a:noAutofit/>
          </a:bodyPr>
          <a:p>
            <a:pPr indent="457200"/>
            <a:r>
              <a:rPr lang="zh-CN" altLang="en-US">
                <a:latin typeface="方正公文楷体" panose="02000500000000000000" charset="-122"/>
                <a:ea typeface="方正公文楷体" panose="02000500000000000000" charset="-122"/>
                <a:cs typeface="方正公文楷体" panose="02000500000000000000" charset="-122"/>
              </a:rPr>
              <a:t>仿真结果输出短路电流 </a:t>
            </a:r>
            <a:r>
              <a:rPr lang="en-US" altLang="zh-CN">
                <a:latin typeface="方正公文楷体" panose="02000500000000000000" charset="-122"/>
                <a:ea typeface="方正公文楷体" panose="02000500000000000000" charset="-122"/>
                <a:cs typeface="方正公文楷体" panose="02000500000000000000" charset="-122"/>
              </a:rPr>
              <a:t>I_sc、</a:t>
            </a:r>
            <a:r>
              <a:rPr lang="zh-CN" altLang="en-US">
                <a:latin typeface="方正公文楷体" panose="02000500000000000000" charset="-122"/>
                <a:ea typeface="方正公文楷体" panose="02000500000000000000" charset="-122"/>
                <a:cs typeface="方正公文楷体" panose="02000500000000000000" charset="-122"/>
              </a:rPr>
              <a:t>开路电压 </a:t>
            </a:r>
            <a:r>
              <a:rPr lang="en-US" altLang="zh-CN">
                <a:latin typeface="方正公文楷体" panose="02000500000000000000" charset="-122"/>
                <a:ea typeface="方正公文楷体" panose="02000500000000000000" charset="-122"/>
                <a:cs typeface="方正公文楷体" panose="02000500000000000000" charset="-122"/>
              </a:rPr>
              <a:t>V_oc、</a:t>
            </a:r>
            <a:r>
              <a:rPr lang="zh-CN" altLang="en-US">
                <a:latin typeface="方正公文楷体" panose="02000500000000000000" charset="-122"/>
                <a:ea typeface="方正公文楷体" panose="02000500000000000000" charset="-122"/>
                <a:cs typeface="方正公文楷体" panose="02000500000000000000" charset="-122"/>
              </a:rPr>
              <a:t>最大功率 </a:t>
            </a:r>
            <a:r>
              <a:rPr lang="en-US" altLang="zh-CN">
                <a:latin typeface="方正公文楷体" panose="02000500000000000000" charset="-122"/>
                <a:ea typeface="方正公文楷体" panose="02000500000000000000" charset="-122"/>
                <a:cs typeface="方正公文楷体" panose="02000500000000000000" charset="-122"/>
              </a:rPr>
              <a:t>P_max、</a:t>
            </a:r>
            <a:r>
              <a:rPr lang="zh-CN" altLang="en-US">
                <a:latin typeface="方正公文楷体" panose="02000500000000000000" charset="-122"/>
                <a:ea typeface="方正公文楷体" panose="02000500000000000000" charset="-122"/>
                <a:cs typeface="方正公文楷体" panose="02000500000000000000" charset="-122"/>
              </a:rPr>
              <a:t>局部峰值数量、填充因子 </a:t>
            </a:r>
            <a:r>
              <a:rPr lang="en-US" altLang="zh-CN">
                <a:latin typeface="方正公文楷体" panose="02000500000000000000" charset="-122"/>
                <a:ea typeface="方正公文楷体" panose="02000500000000000000" charset="-122"/>
                <a:cs typeface="方正公文楷体" panose="02000500000000000000" charset="-122"/>
              </a:rPr>
              <a:t>FF，</a:t>
            </a:r>
            <a:r>
              <a:rPr lang="zh-CN" altLang="en-US">
                <a:latin typeface="方正公文楷体" panose="02000500000000000000" charset="-122"/>
                <a:ea typeface="方正公文楷体" panose="02000500000000000000" charset="-122"/>
                <a:cs typeface="方正公文楷体" panose="02000500000000000000" charset="-122"/>
              </a:rPr>
              <a:t>现阶段得到的输出结果如下：</a:t>
            </a:r>
            <a:endParaRPr lang="zh-CN" altLang="en-US">
              <a:latin typeface="方正公文楷体" panose="02000500000000000000" charset="-122"/>
              <a:ea typeface="方正公文楷体" panose="02000500000000000000" charset="-122"/>
              <a:cs typeface="方正公文楷体" panose="020005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cs typeface="+mn-ea"/>
              </a:rPr>
              <a:t>项目团队</a:t>
            </a:r>
            <a:endParaRPr lang="zh-CN" altLang="en-US" dirty="0">
              <a:cs typeface="+mn-ea"/>
            </a:endParaRPr>
          </a:p>
        </p:txBody>
      </p:sp>
      <p:sp>
        <p:nvSpPr>
          <p:cNvPr id="6" name="文本占位符 5"/>
          <p:cNvSpPr>
            <a:spLocks noGrp="1"/>
          </p:cNvSpPr>
          <p:nvPr>
            <p:ph type="body" sz="quarter" idx="11"/>
          </p:nvPr>
        </p:nvSpPr>
        <p:spPr/>
        <p:txBody>
          <a:bodyPr/>
          <a:lstStyle/>
          <a:p>
            <a:r>
              <a:rPr lang="en-US" altLang="zh-CN" dirty="0">
                <a:solidFill>
                  <a:prstClr val="white">
                    <a:lumMod val="75000"/>
                  </a:prstClr>
                </a:solidFill>
                <a:cs typeface="+mn-ea"/>
              </a:rPr>
              <a:t>Project Group </a:t>
            </a:r>
            <a:endParaRPr lang="en-US" altLang="zh-CN" sz="1000" dirty="0">
              <a:solidFill>
                <a:prstClr val="white">
                  <a:lumMod val="75000"/>
                </a:prstClr>
              </a:solidFill>
              <a:cs typeface="+mn-ea"/>
            </a:endParaRPr>
          </a:p>
        </p:txBody>
      </p:sp>
      <p:sp>
        <p:nvSpPr>
          <p:cNvPr id="4" name="日期占位符 3"/>
          <p:cNvSpPr>
            <a:spLocks noGrp="1"/>
          </p:cNvSpPr>
          <p:nvPr>
            <p:ph type="dt" sz="half" idx="12"/>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grpSp>
        <p:nvGrpSpPr>
          <p:cNvPr id="27" name="组合 26"/>
          <p:cNvGrpSpPr/>
          <p:nvPr/>
        </p:nvGrpSpPr>
        <p:grpSpPr>
          <a:xfrm>
            <a:off x="1403035" y="1954452"/>
            <a:ext cx="2562319" cy="2029363"/>
            <a:chOff x="4821875" y="3044747"/>
            <a:chExt cx="2562319" cy="2029363"/>
          </a:xfrm>
        </p:grpSpPr>
        <p:sp>
          <p:nvSpPr>
            <p:cNvPr id="21" name="文本框 20"/>
            <p:cNvSpPr txBox="1"/>
            <p:nvPr/>
          </p:nvSpPr>
          <p:spPr>
            <a:xfrm>
              <a:off x="4889910" y="3099673"/>
              <a:ext cx="2494284" cy="1974437"/>
            </a:xfrm>
            <a:custGeom>
              <a:avLst/>
              <a:gdLst/>
              <a:ahLst/>
              <a:cxnLst/>
              <a:rect l="l" t="t" r="r" b="b"/>
              <a:pathLst>
                <a:path w="2494284" h="1974437">
                  <a:moveTo>
                    <a:pt x="595289" y="115853"/>
                  </a:moveTo>
                  <a:cubicBezTo>
                    <a:pt x="449856" y="115853"/>
                    <a:pt x="336467" y="190418"/>
                    <a:pt x="255124" y="339549"/>
                  </a:cubicBezTo>
                  <a:cubicBezTo>
                    <a:pt x="173780" y="488679"/>
                    <a:pt x="133108" y="712785"/>
                    <a:pt x="133108" y="1011868"/>
                  </a:cubicBezTo>
                  <a:cubicBezTo>
                    <a:pt x="133108" y="1280549"/>
                    <a:pt x="171520" y="1488839"/>
                    <a:pt x="248345" y="1636737"/>
                  </a:cubicBezTo>
                  <a:cubicBezTo>
                    <a:pt x="325170" y="1784635"/>
                    <a:pt x="435888" y="1858584"/>
                    <a:pt x="580499" y="1858584"/>
                  </a:cubicBezTo>
                  <a:cubicBezTo>
                    <a:pt x="722645" y="1858584"/>
                    <a:pt x="832336" y="1783402"/>
                    <a:pt x="909572" y="1633039"/>
                  </a:cubicBezTo>
                  <a:cubicBezTo>
                    <a:pt x="986807" y="1482677"/>
                    <a:pt x="1025425" y="1270690"/>
                    <a:pt x="1025425" y="997078"/>
                  </a:cubicBezTo>
                  <a:cubicBezTo>
                    <a:pt x="1025425" y="409595"/>
                    <a:pt x="882046" y="115853"/>
                    <a:pt x="595289" y="115853"/>
                  </a:cubicBezTo>
                  <a:close/>
                  <a:moveTo>
                    <a:pt x="1614292" y="32044"/>
                  </a:moveTo>
                  <a:lnTo>
                    <a:pt x="2412941" y="32044"/>
                  </a:lnTo>
                  <a:lnTo>
                    <a:pt x="2412941" y="147898"/>
                  </a:lnTo>
                  <a:lnTo>
                    <a:pt x="1726448" y="147898"/>
                  </a:lnTo>
                  <a:lnTo>
                    <a:pt x="1683311" y="822066"/>
                  </a:lnTo>
                  <a:cubicBezTo>
                    <a:pt x="1772871" y="814671"/>
                    <a:pt x="1838193" y="810973"/>
                    <a:pt x="1879276" y="810973"/>
                  </a:cubicBezTo>
                  <a:cubicBezTo>
                    <a:pt x="2076473" y="810973"/>
                    <a:pt x="2228273" y="859451"/>
                    <a:pt x="2334678" y="956406"/>
                  </a:cubicBezTo>
                  <a:cubicBezTo>
                    <a:pt x="2441082" y="1053362"/>
                    <a:pt x="2494284" y="1192221"/>
                    <a:pt x="2494284" y="1372986"/>
                  </a:cubicBezTo>
                  <a:cubicBezTo>
                    <a:pt x="2494284" y="1558680"/>
                    <a:pt x="2437179" y="1705345"/>
                    <a:pt x="2322969" y="1812982"/>
                  </a:cubicBezTo>
                  <a:cubicBezTo>
                    <a:pt x="2208759" y="1920619"/>
                    <a:pt x="2053056" y="1974437"/>
                    <a:pt x="1855858" y="1974437"/>
                  </a:cubicBezTo>
                  <a:cubicBezTo>
                    <a:pt x="1718642" y="1974437"/>
                    <a:pt x="1599913" y="1950609"/>
                    <a:pt x="1499671" y="1902953"/>
                  </a:cubicBezTo>
                  <a:lnTo>
                    <a:pt x="1499671" y="1756288"/>
                  </a:lnTo>
                  <a:cubicBezTo>
                    <a:pt x="1621276" y="1824485"/>
                    <a:pt x="1743292" y="1858584"/>
                    <a:pt x="1865718" y="1858584"/>
                  </a:cubicBezTo>
                  <a:cubicBezTo>
                    <a:pt x="2018546" y="1858584"/>
                    <a:pt x="2139329" y="1816474"/>
                    <a:pt x="2228068" y="1732254"/>
                  </a:cubicBezTo>
                  <a:cubicBezTo>
                    <a:pt x="2316807" y="1648035"/>
                    <a:pt x="2361176" y="1533619"/>
                    <a:pt x="2361176" y="1389008"/>
                  </a:cubicBezTo>
                  <a:cubicBezTo>
                    <a:pt x="2361176" y="1080887"/>
                    <a:pt x="2184931" y="926827"/>
                    <a:pt x="1832441" y="926827"/>
                  </a:cubicBezTo>
                  <a:cubicBezTo>
                    <a:pt x="1747811" y="926827"/>
                    <a:pt x="1655785" y="932168"/>
                    <a:pt x="1556365" y="942849"/>
                  </a:cubicBezTo>
                  <a:close/>
                  <a:moveTo>
                    <a:pt x="606381" y="0"/>
                  </a:moveTo>
                  <a:cubicBezTo>
                    <a:pt x="975304" y="0"/>
                    <a:pt x="1159766" y="326197"/>
                    <a:pt x="1159766" y="978591"/>
                  </a:cubicBezTo>
                  <a:cubicBezTo>
                    <a:pt x="1159766" y="1299037"/>
                    <a:pt x="1108207" y="1545122"/>
                    <a:pt x="1005089" y="1716848"/>
                  </a:cubicBezTo>
                  <a:cubicBezTo>
                    <a:pt x="901972" y="1888574"/>
                    <a:pt x="755101" y="1974437"/>
                    <a:pt x="564477" y="1974437"/>
                  </a:cubicBezTo>
                  <a:cubicBezTo>
                    <a:pt x="385356" y="1974437"/>
                    <a:pt x="246496" y="1892066"/>
                    <a:pt x="147897" y="1727324"/>
                  </a:cubicBezTo>
                  <a:cubicBezTo>
                    <a:pt x="49299" y="1562583"/>
                    <a:pt x="0" y="1329438"/>
                    <a:pt x="0" y="1027890"/>
                  </a:cubicBezTo>
                  <a:cubicBezTo>
                    <a:pt x="0" y="687725"/>
                    <a:pt x="52380" y="431369"/>
                    <a:pt x="157141" y="258821"/>
                  </a:cubicBezTo>
                  <a:cubicBezTo>
                    <a:pt x="261902" y="86273"/>
                    <a:pt x="411649" y="0"/>
                    <a:pt x="606381" y="0"/>
                  </a:cubicBezTo>
                  <a:close/>
                </a:path>
              </a:pathLst>
            </a:custGeom>
            <a:pattFill prst="narHorz">
              <a:fgClr>
                <a:prstClr val="white">
                  <a:lumMod val="75000"/>
                </a:prstClr>
              </a:fgClr>
              <a:bgClr>
                <a:prstClr val="white"/>
              </a:bgClr>
            </a:patt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9900" b="0" i="0" u="none" strike="noStrike" kern="1200" cap="none" spc="0" normalizeH="0" baseline="0" noProof="0" dirty="0">
                <a:ln>
                  <a:noFill/>
                </a:ln>
                <a:pattFill prst="narHorz">
                  <a:fgClr>
                    <a:prstClr val="white">
                      <a:lumMod val="75000"/>
                    </a:prstClr>
                  </a:fgClr>
                  <a:bgClr>
                    <a:prstClr val="white"/>
                  </a:bgClr>
                </a:pattFill>
                <a:effectLst/>
                <a:uLnTx/>
                <a:uFillTx/>
                <a:latin typeface="Microsoft JhengHei UI Light" panose="020B0304030504040204" pitchFamily="34" charset="-120"/>
                <a:ea typeface="Microsoft JhengHei UI Light" panose="020B0304030504040204" pitchFamily="34" charset="-120"/>
                <a:cs typeface="+mn-cs"/>
              </a:endParaRPr>
            </a:p>
          </p:txBody>
        </p:sp>
        <p:sp>
          <p:nvSpPr>
            <p:cNvPr id="19" name="文本框 18"/>
            <p:cNvSpPr txBox="1"/>
            <p:nvPr/>
          </p:nvSpPr>
          <p:spPr>
            <a:xfrm>
              <a:off x="4821875" y="3044747"/>
              <a:ext cx="2494284" cy="1974437"/>
            </a:xfrm>
            <a:custGeom>
              <a:avLst/>
              <a:gdLst/>
              <a:ahLst/>
              <a:cxnLst/>
              <a:rect l="l" t="t" r="r" b="b"/>
              <a:pathLst>
                <a:path w="2494284" h="1974437">
                  <a:moveTo>
                    <a:pt x="595289" y="115853"/>
                  </a:moveTo>
                  <a:cubicBezTo>
                    <a:pt x="449856" y="115853"/>
                    <a:pt x="336467" y="190418"/>
                    <a:pt x="255124" y="339549"/>
                  </a:cubicBezTo>
                  <a:cubicBezTo>
                    <a:pt x="173780" y="488679"/>
                    <a:pt x="133108" y="712785"/>
                    <a:pt x="133108" y="1011868"/>
                  </a:cubicBezTo>
                  <a:cubicBezTo>
                    <a:pt x="133108" y="1280549"/>
                    <a:pt x="171520" y="1488839"/>
                    <a:pt x="248345" y="1636737"/>
                  </a:cubicBezTo>
                  <a:cubicBezTo>
                    <a:pt x="325170" y="1784635"/>
                    <a:pt x="435888" y="1858584"/>
                    <a:pt x="580499" y="1858584"/>
                  </a:cubicBezTo>
                  <a:cubicBezTo>
                    <a:pt x="722645" y="1858584"/>
                    <a:pt x="832336" y="1783402"/>
                    <a:pt x="909572" y="1633039"/>
                  </a:cubicBezTo>
                  <a:cubicBezTo>
                    <a:pt x="986807" y="1482677"/>
                    <a:pt x="1025425" y="1270690"/>
                    <a:pt x="1025425" y="997078"/>
                  </a:cubicBezTo>
                  <a:cubicBezTo>
                    <a:pt x="1025425" y="409595"/>
                    <a:pt x="882046" y="115853"/>
                    <a:pt x="595289" y="115853"/>
                  </a:cubicBezTo>
                  <a:close/>
                  <a:moveTo>
                    <a:pt x="1614292" y="32044"/>
                  </a:moveTo>
                  <a:lnTo>
                    <a:pt x="2412941" y="32044"/>
                  </a:lnTo>
                  <a:lnTo>
                    <a:pt x="2412941" y="147898"/>
                  </a:lnTo>
                  <a:lnTo>
                    <a:pt x="1726448" y="147898"/>
                  </a:lnTo>
                  <a:lnTo>
                    <a:pt x="1683311" y="822066"/>
                  </a:lnTo>
                  <a:cubicBezTo>
                    <a:pt x="1772871" y="814671"/>
                    <a:pt x="1838193" y="810973"/>
                    <a:pt x="1879276" y="810973"/>
                  </a:cubicBezTo>
                  <a:cubicBezTo>
                    <a:pt x="2076473" y="810973"/>
                    <a:pt x="2228273" y="859451"/>
                    <a:pt x="2334678" y="956406"/>
                  </a:cubicBezTo>
                  <a:cubicBezTo>
                    <a:pt x="2441082" y="1053362"/>
                    <a:pt x="2494284" y="1192221"/>
                    <a:pt x="2494284" y="1372986"/>
                  </a:cubicBezTo>
                  <a:cubicBezTo>
                    <a:pt x="2494284" y="1558680"/>
                    <a:pt x="2437179" y="1705345"/>
                    <a:pt x="2322969" y="1812982"/>
                  </a:cubicBezTo>
                  <a:cubicBezTo>
                    <a:pt x="2208759" y="1920619"/>
                    <a:pt x="2053056" y="1974437"/>
                    <a:pt x="1855858" y="1974437"/>
                  </a:cubicBezTo>
                  <a:cubicBezTo>
                    <a:pt x="1718642" y="1974437"/>
                    <a:pt x="1599913" y="1950609"/>
                    <a:pt x="1499671" y="1902953"/>
                  </a:cubicBezTo>
                  <a:lnTo>
                    <a:pt x="1499671" y="1756288"/>
                  </a:lnTo>
                  <a:cubicBezTo>
                    <a:pt x="1621276" y="1824485"/>
                    <a:pt x="1743292" y="1858584"/>
                    <a:pt x="1865718" y="1858584"/>
                  </a:cubicBezTo>
                  <a:cubicBezTo>
                    <a:pt x="2018546" y="1858584"/>
                    <a:pt x="2139329" y="1816474"/>
                    <a:pt x="2228068" y="1732254"/>
                  </a:cubicBezTo>
                  <a:cubicBezTo>
                    <a:pt x="2316807" y="1648035"/>
                    <a:pt x="2361176" y="1533619"/>
                    <a:pt x="2361176" y="1389008"/>
                  </a:cubicBezTo>
                  <a:cubicBezTo>
                    <a:pt x="2361176" y="1080887"/>
                    <a:pt x="2184931" y="926827"/>
                    <a:pt x="1832441" y="926827"/>
                  </a:cubicBezTo>
                  <a:cubicBezTo>
                    <a:pt x="1747811" y="926827"/>
                    <a:pt x="1655785" y="932168"/>
                    <a:pt x="1556365" y="942849"/>
                  </a:cubicBezTo>
                  <a:close/>
                  <a:moveTo>
                    <a:pt x="606381" y="0"/>
                  </a:moveTo>
                  <a:cubicBezTo>
                    <a:pt x="975304" y="0"/>
                    <a:pt x="1159766" y="326197"/>
                    <a:pt x="1159766" y="978591"/>
                  </a:cubicBezTo>
                  <a:cubicBezTo>
                    <a:pt x="1159766" y="1299037"/>
                    <a:pt x="1108207" y="1545122"/>
                    <a:pt x="1005089" y="1716848"/>
                  </a:cubicBezTo>
                  <a:cubicBezTo>
                    <a:pt x="901972" y="1888574"/>
                    <a:pt x="755101" y="1974437"/>
                    <a:pt x="564477" y="1974437"/>
                  </a:cubicBezTo>
                  <a:cubicBezTo>
                    <a:pt x="385356" y="1974437"/>
                    <a:pt x="246496" y="1892066"/>
                    <a:pt x="147897" y="1727324"/>
                  </a:cubicBezTo>
                  <a:cubicBezTo>
                    <a:pt x="49299" y="1562583"/>
                    <a:pt x="0" y="1329438"/>
                    <a:pt x="0" y="1027890"/>
                  </a:cubicBezTo>
                  <a:cubicBezTo>
                    <a:pt x="0" y="687725"/>
                    <a:pt x="52380" y="431369"/>
                    <a:pt x="157141" y="258821"/>
                  </a:cubicBezTo>
                  <a:cubicBezTo>
                    <a:pt x="261902" y="86273"/>
                    <a:pt x="411649" y="0"/>
                    <a:pt x="606381" y="0"/>
                  </a:cubicBezTo>
                  <a:close/>
                </a:path>
              </a:pathLst>
            </a:custGeom>
            <a:solidFill>
              <a:schemeClr val="accent2">
                <a:lumMod val="60000"/>
                <a:lumOff val="40000"/>
              </a:schemeClr>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9900" b="0" i="0" u="none" strike="noStrike" kern="1200" cap="none" spc="0" normalizeH="0" baseline="0" noProof="0" dirty="0">
                <a:ln>
                  <a:noFill/>
                </a:ln>
                <a:solidFill>
                  <a:schemeClr val="accent2">
                    <a:lumMod val="60000"/>
                    <a:lumOff val="40000"/>
                  </a:schemeClr>
                </a:solidFill>
                <a:effectLst/>
                <a:uLnTx/>
                <a:uFillTx/>
                <a:latin typeface="Microsoft JhengHei UI Light" panose="020B0304030504040204" pitchFamily="34" charset="-120"/>
                <a:ea typeface="Microsoft JhengHei UI Light" panose="020B0304030504040204" pitchFamily="34" charset="-120"/>
                <a:cs typeface="+mn-cs"/>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文本占位符 58"/>
          <p:cNvSpPr>
            <a:spLocks noGrp="1"/>
          </p:cNvSpPr>
          <p:nvPr>
            <p:ph type="body" sz="quarter" idx="11"/>
          </p:nvPr>
        </p:nvSpPr>
        <p:spPr>
          <a:xfrm>
            <a:off x="1216933" y="347251"/>
            <a:ext cx="8920029" cy="399415"/>
          </a:xfrm>
        </p:spPr>
        <p:txBody>
          <a:bodyPr/>
          <a:lstStyle/>
          <a:p>
            <a:r>
              <a:rPr lang="zh-CN" altLang="en-US" dirty="0"/>
              <a:t>指导老师</a:t>
            </a:r>
            <a:endParaRPr lang="zh-CN" altLang="en-US" dirty="0"/>
          </a:p>
        </p:txBody>
      </p:sp>
      <p:sp>
        <p:nvSpPr>
          <p:cNvPr id="16" name="文本占位符 15"/>
          <p:cNvSpPr>
            <a:spLocks noGrp="1"/>
          </p:cNvSpPr>
          <p:nvPr>
            <p:ph type="body" sz="quarter" idx="22"/>
          </p:nvPr>
        </p:nvSpPr>
        <p:spPr>
          <a:xfrm>
            <a:off x="4392930" y="3358211"/>
            <a:ext cx="3610645" cy="398780"/>
          </a:xfrm>
        </p:spPr>
        <p:txBody>
          <a:bodyPr/>
          <a:lstStyle/>
          <a:p>
            <a:pPr algn="l"/>
            <a:r>
              <a:rPr lang="zh-CN" altLang="en-US" dirty="0"/>
              <a:t>青年首席教授</a:t>
            </a:r>
            <a:endParaRPr lang="zh-CN" altLang="en-US" dirty="0"/>
          </a:p>
        </p:txBody>
      </p:sp>
      <p:sp>
        <p:nvSpPr>
          <p:cNvPr id="17" name="文本占位符 16"/>
          <p:cNvSpPr>
            <a:spLocks noGrp="1"/>
          </p:cNvSpPr>
          <p:nvPr>
            <p:ph type="body" sz="quarter" idx="23"/>
          </p:nvPr>
        </p:nvSpPr>
        <p:spPr>
          <a:xfrm>
            <a:off x="4389120" y="2828589"/>
            <a:ext cx="3610646" cy="398780"/>
          </a:xfrm>
        </p:spPr>
        <p:txBody>
          <a:bodyPr/>
          <a:lstStyle/>
          <a:p>
            <a:pPr algn="l"/>
            <a:r>
              <a:rPr lang="zh-CN" altLang="en-US" dirty="0"/>
              <a:t>国家级青年人才</a:t>
            </a:r>
            <a:endParaRPr lang="en-US" altLang="zh-CN" dirty="0"/>
          </a:p>
        </p:txBody>
      </p:sp>
      <p:sp>
        <p:nvSpPr>
          <p:cNvPr id="18" name="文本占位符 17"/>
          <p:cNvSpPr>
            <a:spLocks noGrp="1"/>
          </p:cNvSpPr>
          <p:nvPr>
            <p:ph type="body" sz="quarter" idx="24"/>
          </p:nvPr>
        </p:nvSpPr>
        <p:spPr>
          <a:xfrm>
            <a:off x="4382770" y="3880508"/>
            <a:ext cx="3610646" cy="398780"/>
          </a:xfrm>
        </p:spPr>
        <p:txBody>
          <a:bodyPr/>
          <a:lstStyle/>
          <a:p>
            <a:pPr algn="l"/>
            <a:r>
              <a:rPr lang="zh-CN" altLang="en-US" dirty="0"/>
              <a:t>斯坦福全球前</a:t>
            </a:r>
            <a:r>
              <a:rPr lang="en-US" altLang="zh-CN" dirty="0"/>
              <a:t>2%</a:t>
            </a:r>
            <a:r>
              <a:rPr lang="zh-CN" altLang="en-US" dirty="0"/>
              <a:t>科学家</a:t>
            </a:r>
            <a:endParaRPr lang="zh-CN" altLang="en-US" dirty="0"/>
          </a:p>
        </p:txBody>
      </p:sp>
      <p:sp>
        <p:nvSpPr>
          <p:cNvPr id="10" name="日期占位符 9"/>
          <p:cNvSpPr>
            <a:spLocks noGrp="1"/>
          </p:cNvSpPr>
          <p:nvPr>
            <p:ph type="dt" sz="half" idx="26"/>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1" name="灯片编号占位符 10"/>
          <p:cNvSpPr>
            <a:spLocks noGrp="1"/>
          </p:cNvSpPr>
          <p:nvPr>
            <p:ph type="sldNum" sz="quarter" idx="28"/>
          </p:nvPr>
        </p:nvSpPr>
        <p:spPr/>
        <p:txBody>
          <a:bodyPr/>
          <a:lstStyle/>
          <a:p>
            <a:fld id="{C79ECAFE-A460-4E13-ABCB-32CAE6136244}" type="slidenum">
              <a:rPr lang="zh-CN" altLang="en-US" smtClean="0"/>
            </a:fld>
            <a:endParaRPr lang="zh-CN" altLang="en-US" dirty="0"/>
          </a:p>
        </p:txBody>
      </p:sp>
      <p:grpSp>
        <p:nvGrpSpPr>
          <p:cNvPr id="22" name="Group 48"/>
          <p:cNvGrpSpPr/>
          <p:nvPr/>
        </p:nvGrpSpPr>
        <p:grpSpPr>
          <a:xfrm>
            <a:off x="3805139" y="2848455"/>
            <a:ext cx="409972" cy="409972"/>
            <a:chOff x="669869" y="597304"/>
            <a:chExt cx="409972" cy="409972"/>
          </a:xfrm>
        </p:grpSpPr>
        <p:sp>
          <p:nvSpPr>
            <p:cNvPr id="23" name="íṥļîḓê"/>
            <p:cNvSpPr/>
            <p:nvPr/>
          </p:nvSpPr>
          <p:spPr>
            <a:xfrm>
              <a:off x="669869" y="597304"/>
              <a:ext cx="409972" cy="409972"/>
            </a:xfrm>
            <a:prstGeom prst="ellipse">
              <a:avLst/>
            </a:prstGeom>
            <a:noFill/>
            <a:ln w="127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24" name="íṥlíḓê"/>
            <p:cNvSpPr/>
            <p:nvPr/>
          </p:nvSpPr>
          <p:spPr>
            <a:xfrm>
              <a:off x="707772" y="635207"/>
              <a:ext cx="334166" cy="334166"/>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25" name="ïśļiḑé"/>
            <p:cNvSpPr/>
            <p:nvPr/>
          </p:nvSpPr>
          <p:spPr>
            <a:xfrm>
              <a:off x="788539" y="699525"/>
              <a:ext cx="172630" cy="205530"/>
            </a:xfrm>
            <a:custGeom>
              <a:avLst/>
              <a:gdLst>
                <a:gd name="connsiteX0" fmla="*/ 172784 w 510964"/>
                <a:gd name="connsiteY0" fmla="*/ 386345 h 608344"/>
                <a:gd name="connsiteX1" fmla="*/ 182733 w 510964"/>
                <a:gd name="connsiteY1" fmla="*/ 392738 h 608344"/>
                <a:gd name="connsiteX2" fmla="*/ 255039 w 510964"/>
                <a:gd name="connsiteY2" fmla="*/ 508213 h 608344"/>
                <a:gd name="connsiteX3" fmla="*/ 255531 w 510964"/>
                <a:gd name="connsiteY3" fmla="*/ 508115 h 608344"/>
                <a:gd name="connsiteX4" fmla="*/ 255925 w 510964"/>
                <a:gd name="connsiteY4" fmla="*/ 508213 h 608344"/>
                <a:gd name="connsiteX5" fmla="*/ 328231 w 510964"/>
                <a:gd name="connsiteY5" fmla="*/ 392738 h 608344"/>
                <a:gd name="connsiteX6" fmla="*/ 338278 w 510964"/>
                <a:gd name="connsiteY6" fmla="*/ 386345 h 608344"/>
                <a:gd name="connsiteX7" fmla="*/ 343795 w 510964"/>
                <a:gd name="connsiteY7" fmla="*/ 387820 h 608344"/>
                <a:gd name="connsiteX8" fmla="*/ 408023 w 510964"/>
                <a:gd name="connsiteY8" fmla="*/ 420771 h 608344"/>
                <a:gd name="connsiteX9" fmla="*/ 510964 w 510964"/>
                <a:gd name="connsiteY9" fmla="*/ 490213 h 608344"/>
                <a:gd name="connsiteX10" fmla="*/ 510964 w 510964"/>
                <a:gd name="connsiteY10" fmla="*/ 491984 h 608344"/>
                <a:gd name="connsiteX11" fmla="*/ 510964 w 510964"/>
                <a:gd name="connsiteY11" fmla="*/ 606672 h 608344"/>
                <a:gd name="connsiteX12" fmla="*/ 510964 w 510964"/>
                <a:gd name="connsiteY12" fmla="*/ 608344 h 608344"/>
                <a:gd name="connsiteX13" fmla="*/ 255925 w 510964"/>
                <a:gd name="connsiteY13" fmla="*/ 608344 h 608344"/>
                <a:gd name="connsiteX14" fmla="*/ 255531 w 510964"/>
                <a:gd name="connsiteY14" fmla="*/ 608344 h 608344"/>
                <a:gd name="connsiteX15" fmla="*/ 255039 w 510964"/>
                <a:gd name="connsiteY15" fmla="*/ 608344 h 608344"/>
                <a:gd name="connsiteX16" fmla="*/ 0 w 510964"/>
                <a:gd name="connsiteY16" fmla="*/ 608344 h 608344"/>
                <a:gd name="connsiteX17" fmla="*/ 0 w 510964"/>
                <a:gd name="connsiteY17" fmla="*/ 606672 h 608344"/>
                <a:gd name="connsiteX18" fmla="*/ 0 w 510964"/>
                <a:gd name="connsiteY18" fmla="*/ 491984 h 608344"/>
                <a:gd name="connsiteX19" fmla="*/ 0 w 510964"/>
                <a:gd name="connsiteY19" fmla="*/ 490213 h 608344"/>
                <a:gd name="connsiteX20" fmla="*/ 102941 w 510964"/>
                <a:gd name="connsiteY20" fmla="*/ 420771 h 608344"/>
                <a:gd name="connsiteX21" fmla="*/ 167169 w 510964"/>
                <a:gd name="connsiteY21" fmla="*/ 387820 h 608344"/>
                <a:gd name="connsiteX22" fmla="*/ 172784 w 510964"/>
                <a:gd name="connsiteY22" fmla="*/ 386345 h 608344"/>
                <a:gd name="connsiteX23" fmla="*/ 255517 w 510964"/>
                <a:gd name="connsiteY23" fmla="*/ 0 h 608344"/>
                <a:gd name="connsiteX24" fmla="*/ 267931 w 510964"/>
                <a:gd name="connsiteY24" fmla="*/ 3639 h 608344"/>
                <a:gd name="connsiteX25" fmla="*/ 438857 w 510964"/>
                <a:gd name="connsiteY25" fmla="*/ 87048 h 608344"/>
                <a:gd name="connsiteX26" fmla="*/ 446935 w 510964"/>
                <a:gd name="connsiteY26" fmla="*/ 96786 h 608344"/>
                <a:gd name="connsiteX27" fmla="*/ 441024 w 510964"/>
                <a:gd name="connsiteY27" fmla="*/ 105245 h 608344"/>
                <a:gd name="connsiteX28" fmla="*/ 430483 w 510964"/>
                <a:gd name="connsiteY28" fmla="*/ 110655 h 608344"/>
                <a:gd name="connsiteX29" fmla="*/ 430483 w 510964"/>
                <a:gd name="connsiteY29" fmla="*/ 165736 h 608344"/>
                <a:gd name="connsiteX30" fmla="*/ 436985 w 510964"/>
                <a:gd name="connsiteY30" fmla="*/ 176851 h 608344"/>
                <a:gd name="connsiteX31" fmla="*/ 431665 w 510964"/>
                <a:gd name="connsiteY31" fmla="*/ 186982 h 608344"/>
                <a:gd name="connsiteX32" fmla="*/ 439054 w 510964"/>
                <a:gd name="connsiteY32" fmla="*/ 227506 h 608344"/>
                <a:gd name="connsiteX33" fmla="*/ 408809 w 510964"/>
                <a:gd name="connsiteY33" fmla="*/ 227506 h 608344"/>
                <a:gd name="connsiteX34" fmla="*/ 416198 w 510964"/>
                <a:gd name="connsiteY34" fmla="*/ 186982 h 608344"/>
                <a:gd name="connsiteX35" fmla="*/ 410878 w 510964"/>
                <a:gd name="connsiteY35" fmla="*/ 176851 h 608344"/>
                <a:gd name="connsiteX36" fmla="*/ 417479 w 510964"/>
                <a:gd name="connsiteY36" fmla="*/ 165736 h 608344"/>
                <a:gd name="connsiteX37" fmla="*/ 417479 w 510964"/>
                <a:gd name="connsiteY37" fmla="*/ 116950 h 608344"/>
                <a:gd name="connsiteX38" fmla="*/ 376397 w 510964"/>
                <a:gd name="connsiteY38" fmla="*/ 136818 h 608344"/>
                <a:gd name="connsiteX39" fmla="*/ 375905 w 510964"/>
                <a:gd name="connsiteY39" fmla="*/ 157277 h 608344"/>
                <a:gd name="connsiteX40" fmla="*/ 369107 w 510964"/>
                <a:gd name="connsiteY40" fmla="*/ 201834 h 608344"/>
                <a:gd name="connsiteX41" fmla="*/ 379845 w 510964"/>
                <a:gd name="connsiteY41" fmla="*/ 226719 h 608344"/>
                <a:gd name="connsiteX42" fmla="*/ 379747 w 510964"/>
                <a:gd name="connsiteY42" fmla="*/ 227014 h 608344"/>
                <a:gd name="connsiteX43" fmla="*/ 379845 w 510964"/>
                <a:gd name="connsiteY43" fmla="*/ 228490 h 608344"/>
                <a:gd name="connsiteX44" fmla="*/ 351768 w 510964"/>
                <a:gd name="connsiteY44" fmla="*/ 279342 h 608344"/>
                <a:gd name="connsiteX45" fmla="*/ 291969 w 510964"/>
                <a:gd name="connsiteY45" fmla="*/ 351833 h 608344"/>
                <a:gd name="connsiteX46" fmla="*/ 255517 w 510964"/>
                <a:gd name="connsiteY46" fmla="*/ 360095 h 608344"/>
                <a:gd name="connsiteX47" fmla="*/ 219066 w 510964"/>
                <a:gd name="connsiteY47" fmla="*/ 351833 h 608344"/>
                <a:gd name="connsiteX48" fmla="*/ 159267 w 510964"/>
                <a:gd name="connsiteY48" fmla="*/ 279342 h 608344"/>
                <a:gd name="connsiteX49" fmla="*/ 131190 w 510964"/>
                <a:gd name="connsiteY49" fmla="*/ 228490 h 608344"/>
                <a:gd name="connsiteX50" fmla="*/ 131190 w 510964"/>
                <a:gd name="connsiteY50" fmla="*/ 227014 h 608344"/>
                <a:gd name="connsiteX51" fmla="*/ 131190 w 510964"/>
                <a:gd name="connsiteY51" fmla="*/ 226719 h 608344"/>
                <a:gd name="connsiteX52" fmla="*/ 141830 w 510964"/>
                <a:gd name="connsiteY52" fmla="*/ 201834 h 608344"/>
                <a:gd name="connsiteX53" fmla="*/ 135032 w 510964"/>
                <a:gd name="connsiteY53" fmla="*/ 157277 h 608344"/>
                <a:gd name="connsiteX54" fmla="*/ 134539 w 510964"/>
                <a:gd name="connsiteY54" fmla="*/ 136818 h 608344"/>
                <a:gd name="connsiteX55" fmla="*/ 70011 w 510964"/>
                <a:gd name="connsiteY55" fmla="*/ 105245 h 608344"/>
                <a:gd name="connsiteX56" fmla="*/ 64002 w 510964"/>
                <a:gd name="connsiteY56" fmla="*/ 96786 h 608344"/>
                <a:gd name="connsiteX57" fmla="*/ 72080 w 510964"/>
                <a:gd name="connsiteY57" fmla="*/ 87048 h 608344"/>
                <a:gd name="connsiteX58" fmla="*/ 243006 w 510964"/>
                <a:gd name="connsiteY58" fmla="*/ 3639 h 608344"/>
                <a:gd name="connsiteX59" fmla="*/ 255517 w 510964"/>
                <a:gd name="connsiteY59" fmla="*/ 0 h 60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10964" h="608344">
                  <a:moveTo>
                    <a:pt x="172784" y="386345"/>
                  </a:moveTo>
                  <a:cubicBezTo>
                    <a:pt x="177217" y="386345"/>
                    <a:pt x="180960" y="389001"/>
                    <a:pt x="182733" y="392738"/>
                  </a:cubicBezTo>
                  <a:cubicBezTo>
                    <a:pt x="200169" y="421853"/>
                    <a:pt x="232480" y="506640"/>
                    <a:pt x="255039" y="508213"/>
                  </a:cubicBezTo>
                  <a:cubicBezTo>
                    <a:pt x="255236" y="508213"/>
                    <a:pt x="255334" y="508115"/>
                    <a:pt x="255531" y="508115"/>
                  </a:cubicBezTo>
                  <a:cubicBezTo>
                    <a:pt x="255630" y="508115"/>
                    <a:pt x="255827" y="508213"/>
                    <a:pt x="255925" y="508213"/>
                  </a:cubicBezTo>
                  <a:cubicBezTo>
                    <a:pt x="278484" y="506640"/>
                    <a:pt x="310795" y="421853"/>
                    <a:pt x="328231" y="392738"/>
                  </a:cubicBezTo>
                  <a:cubicBezTo>
                    <a:pt x="330004" y="389001"/>
                    <a:pt x="333846" y="386345"/>
                    <a:pt x="338278" y="386345"/>
                  </a:cubicBezTo>
                  <a:cubicBezTo>
                    <a:pt x="340249" y="386345"/>
                    <a:pt x="342120" y="386935"/>
                    <a:pt x="343795" y="387820"/>
                  </a:cubicBezTo>
                  <a:cubicBezTo>
                    <a:pt x="350099" y="391263"/>
                    <a:pt x="386942" y="413197"/>
                    <a:pt x="408023" y="420771"/>
                  </a:cubicBezTo>
                  <a:cubicBezTo>
                    <a:pt x="479047" y="446345"/>
                    <a:pt x="510964" y="472410"/>
                    <a:pt x="510964" y="490213"/>
                  </a:cubicBezTo>
                  <a:lnTo>
                    <a:pt x="510964" y="491984"/>
                  </a:lnTo>
                  <a:lnTo>
                    <a:pt x="510964" y="606672"/>
                  </a:lnTo>
                  <a:lnTo>
                    <a:pt x="510964" y="608344"/>
                  </a:lnTo>
                  <a:lnTo>
                    <a:pt x="255925" y="608344"/>
                  </a:lnTo>
                  <a:lnTo>
                    <a:pt x="255531" y="608344"/>
                  </a:lnTo>
                  <a:lnTo>
                    <a:pt x="255039" y="608344"/>
                  </a:lnTo>
                  <a:lnTo>
                    <a:pt x="0" y="608344"/>
                  </a:lnTo>
                  <a:lnTo>
                    <a:pt x="0" y="606672"/>
                  </a:lnTo>
                  <a:lnTo>
                    <a:pt x="0" y="491984"/>
                  </a:lnTo>
                  <a:lnTo>
                    <a:pt x="0" y="490213"/>
                  </a:lnTo>
                  <a:cubicBezTo>
                    <a:pt x="0" y="472410"/>
                    <a:pt x="31917" y="446345"/>
                    <a:pt x="102941" y="420771"/>
                  </a:cubicBezTo>
                  <a:cubicBezTo>
                    <a:pt x="124121" y="413197"/>
                    <a:pt x="160865" y="391263"/>
                    <a:pt x="167169" y="387820"/>
                  </a:cubicBezTo>
                  <a:cubicBezTo>
                    <a:pt x="168844" y="386935"/>
                    <a:pt x="170715" y="386345"/>
                    <a:pt x="172784" y="386345"/>
                  </a:cubicBezTo>
                  <a:close/>
                  <a:moveTo>
                    <a:pt x="255517" y="0"/>
                  </a:moveTo>
                  <a:cubicBezTo>
                    <a:pt x="258966" y="295"/>
                    <a:pt x="263005" y="1279"/>
                    <a:pt x="267931" y="3639"/>
                  </a:cubicBezTo>
                  <a:cubicBezTo>
                    <a:pt x="279260" y="9049"/>
                    <a:pt x="393933" y="65016"/>
                    <a:pt x="438857" y="87048"/>
                  </a:cubicBezTo>
                  <a:cubicBezTo>
                    <a:pt x="445162" y="90098"/>
                    <a:pt x="447526" y="93540"/>
                    <a:pt x="446935" y="96786"/>
                  </a:cubicBezTo>
                  <a:cubicBezTo>
                    <a:pt x="447427" y="99933"/>
                    <a:pt x="445162" y="102884"/>
                    <a:pt x="441024" y="105245"/>
                  </a:cubicBezTo>
                  <a:cubicBezTo>
                    <a:pt x="439448" y="106130"/>
                    <a:pt x="435605" y="108097"/>
                    <a:pt x="430483" y="110655"/>
                  </a:cubicBezTo>
                  <a:lnTo>
                    <a:pt x="430483" y="165736"/>
                  </a:lnTo>
                  <a:cubicBezTo>
                    <a:pt x="434325" y="167998"/>
                    <a:pt x="436985" y="172031"/>
                    <a:pt x="436985" y="176851"/>
                  </a:cubicBezTo>
                  <a:cubicBezTo>
                    <a:pt x="436985" y="181080"/>
                    <a:pt x="434817" y="184621"/>
                    <a:pt x="431665" y="186982"/>
                  </a:cubicBezTo>
                  <a:cubicBezTo>
                    <a:pt x="431665" y="186982"/>
                    <a:pt x="437576" y="220129"/>
                    <a:pt x="439054" y="227506"/>
                  </a:cubicBezTo>
                  <a:cubicBezTo>
                    <a:pt x="440630" y="234883"/>
                    <a:pt x="407036" y="236654"/>
                    <a:pt x="408809" y="227506"/>
                  </a:cubicBezTo>
                  <a:cubicBezTo>
                    <a:pt x="410582" y="218260"/>
                    <a:pt x="416198" y="186982"/>
                    <a:pt x="416198" y="186982"/>
                  </a:cubicBezTo>
                  <a:cubicBezTo>
                    <a:pt x="413045" y="184621"/>
                    <a:pt x="410878" y="181080"/>
                    <a:pt x="410878" y="176851"/>
                  </a:cubicBezTo>
                  <a:cubicBezTo>
                    <a:pt x="410878" y="172031"/>
                    <a:pt x="413636" y="167998"/>
                    <a:pt x="417479" y="165736"/>
                  </a:cubicBezTo>
                  <a:lnTo>
                    <a:pt x="417479" y="116950"/>
                  </a:lnTo>
                  <a:cubicBezTo>
                    <a:pt x="403588" y="123737"/>
                    <a:pt x="386938" y="131802"/>
                    <a:pt x="376397" y="136818"/>
                  </a:cubicBezTo>
                  <a:cubicBezTo>
                    <a:pt x="376299" y="144294"/>
                    <a:pt x="376200" y="157080"/>
                    <a:pt x="375905" y="157277"/>
                  </a:cubicBezTo>
                  <a:cubicBezTo>
                    <a:pt x="373836" y="175670"/>
                    <a:pt x="370191" y="196031"/>
                    <a:pt x="369107" y="201834"/>
                  </a:cubicBezTo>
                  <a:cubicBezTo>
                    <a:pt x="370880" y="202719"/>
                    <a:pt x="379845" y="208621"/>
                    <a:pt x="379845" y="226719"/>
                  </a:cubicBezTo>
                  <a:cubicBezTo>
                    <a:pt x="379845" y="226818"/>
                    <a:pt x="379747" y="226916"/>
                    <a:pt x="379747" y="227014"/>
                  </a:cubicBezTo>
                  <a:cubicBezTo>
                    <a:pt x="379845" y="227506"/>
                    <a:pt x="379845" y="227998"/>
                    <a:pt x="379845" y="228490"/>
                  </a:cubicBezTo>
                  <a:cubicBezTo>
                    <a:pt x="376003" y="278948"/>
                    <a:pt x="355906" y="257211"/>
                    <a:pt x="351768" y="279342"/>
                  </a:cubicBezTo>
                  <a:cubicBezTo>
                    <a:pt x="344872" y="316030"/>
                    <a:pt x="312263" y="342587"/>
                    <a:pt x="291969" y="351833"/>
                  </a:cubicBezTo>
                  <a:cubicBezTo>
                    <a:pt x="280245" y="357144"/>
                    <a:pt x="268128" y="359800"/>
                    <a:pt x="255517" y="360095"/>
                  </a:cubicBezTo>
                  <a:cubicBezTo>
                    <a:pt x="242809" y="359800"/>
                    <a:pt x="230790" y="357144"/>
                    <a:pt x="219066" y="351833"/>
                  </a:cubicBezTo>
                  <a:cubicBezTo>
                    <a:pt x="198772" y="342587"/>
                    <a:pt x="166163" y="316030"/>
                    <a:pt x="159267" y="279342"/>
                  </a:cubicBezTo>
                  <a:cubicBezTo>
                    <a:pt x="155129" y="257211"/>
                    <a:pt x="135032" y="278948"/>
                    <a:pt x="131190" y="228490"/>
                  </a:cubicBezTo>
                  <a:cubicBezTo>
                    <a:pt x="131190" y="227998"/>
                    <a:pt x="131190" y="227506"/>
                    <a:pt x="131190" y="227014"/>
                  </a:cubicBezTo>
                  <a:cubicBezTo>
                    <a:pt x="131190" y="226916"/>
                    <a:pt x="131190" y="226818"/>
                    <a:pt x="131190" y="226719"/>
                  </a:cubicBezTo>
                  <a:cubicBezTo>
                    <a:pt x="131190" y="208621"/>
                    <a:pt x="140056" y="202719"/>
                    <a:pt x="141830" y="201834"/>
                  </a:cubicBezTo>
                  <a:cubicBezTo>
                    <a:pt x="140844" y="196031"/>
                    <a:pt x="137199" y="175670"/>
                    <a:pt x="135032" y="157277"/>
                  </a:cubicBezTo>
                  <a:cubicBezTo>
                    <a:pt x="134835" y="157080"/>
                    <a:pt x="134638" y="144294"/>
                    <a:pt x="134539" y="136818"/>
                  </a:cubicBezTo>
                  <a:cubicBezTo>
                    <a:pt x="115427" y="127671"/>
                    <a:pt x="75824" y="108589"/>
                    <a:pt x="70011" y="105245"/>
                  </a:cubicBezTo>
                  <a:cubicBezTo>
                    <a:pt x="65775" y="102884"/>
                    <a:pt x="63608" y="99933"/>
                    <a:pt x="64002" y="96786"/>
                  </a:cubicBezTo>
                  <a:cubicBezTo>
                    <a:pt x="63509" y="93540"/>
                    <a:pt x="65775" y="90098"/>
                    <a:pt x="72080" y="87048"/>
                  </a:cubicBezTo>
                  <a:cubicBezTo>
                    <a:pt x="117102" y="65016"/>
                    <a:pt x="231677" y="9049"/>
                    <a:pt x="243006" y="3639"/>
                  </a:cubicBezTo>
                  <a:cubicBezTo>
                    <a:pt x="247932" y="1279"/>
                    <a:pt x="252069" y="295"/>
                    <a:pt x="255517"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cs typeface="+mn-ea"/>
              </a:endParaRPr>
            </a:p>
          </p:txBody>
        </p:sp>
      </p:grpSp>
      <p:grpSp>
        <p:nvGrpSpPr>
          <p:cNvPr id="5" name="Group 48"/>
          <p:cNvGrpSpPr/>
          <p:nvPr/>
        </p:nvGrpSpPr>
        <p:grpSpPr>
          <a:xfrm>
            <a:off x="3807679" y="3381855"/>
            <a:ext cx="409972" cy="409972"/>
            <a:chOff x="669869" y="597304"/>
            <a:chExt cx="409972" cy="409972"/>
          </a:xfrm>
        </p:grpSpPr>
        <p:sp>
          <p:nvSpPr>
            <p:cNvPr id="6" name="íṥļîḓê"/>
            <p:cNvSpPr/>
            <p:nvPr/>
          </p:nvSpPr>
          <p:spPr>
            <a:xfrm>
              <a:off x="669869" y="597304"/>
              <a:ext cx="409972" cy="409972"/>
            </a:xfrm>
            <a:prstGeom prst="ellipse">
              <a:avLst/>
            </a:prstGeom>
            <a:noFill/>
            <a:ln w="127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7" name="íṥlíḓê"/>
            <p:cNvSpPr/>
            <p:nvPr/>
          </p:nvSpPr>
          <p:spPr>
            <a:xfrm>
              <a:off x="707772" y="635207"/>
              <a:ext cx="334166" cy="334166"/>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8" name="ïśļiḑé"/>
            <p:cNvSpPr/>
            <p:nvPr/>
          </p:nvSpPr>
          <p:spPr>
            <a:xfrm>
              <a:off x="788539" y="699525"/>
              <a:ext cx="172630" cy="205530"/>
            </a:xfrm>
            <a:custGeom>
              <a:avLst/>
              <a:gdLst>
                <a:gd name="connsiteX0" fmla="*/ 172784 w 510964"/>
                <a:gd name="connsiteY0" fmla="*/ 386345 h 608344"/>
                <a:gd name="connsiteX1" fmla="*/ 182733 w 510964"/>
                <a:gd name="connsiteY1" fmla="*/ 392738 h 608344"/>
                <a:gd name="connsiteX2" fmla="*/ 255039 w 510964"/>
                <a:gd name="connsiteY2" fmla="*/ 508213 h 608344"/>
                <a:gd name="connsiteX3" fmla="*/ 255531 w 510964"/>
                <a:gd name="connsiteY3" fmla="*/ 508115 h 608344"/>
                <a:gd name="connsiteX4" fmla="*/ 255925 w 510964"/>
                <a:gd name="connsiteY4" fmla="*/ 508213 h 608344"/>
                <a:gd name="connsiteX5" fmla="*/ 328231 w 510964"/>
                <a:gd name="connsiteY5" fmla="*/ 392738 h 608344"/>
                <a:gd name="connsiteX6" fmla="*/ 338278 w 510964"/>
                <a:gd name="connsiteY6" fmla="*/ 386345 h 608344"/>
                <a:gd name="connsiteX7" fmla="*/ 343795 w 510964"/>
                <a:gd name="connsiteY7" fmla="*/ 387820 h 608344"/>
                <a:gd name="connsiteX8" fmla="*/ 408023 w 510964"/>
                <a:gd name="connsiteY8" fmla="*/ 420771 h 608344"/>
                <a:gd name="connsiteX9" fmla="*/ 510964 w 510964"/>
                <a:gd name="connsiteY9" fmla="*/ 490213 h 608344"/>
                <a:gd name="connsiteX10" fmla="*/ 510964 w 510964"/>
                <a:gd name="connsiteY10" fmla="*/ 491984 h 608344"/>
                <a:gd name="connsiteX11" fmla="*/ 510964 w 510964"/>
                <a:gd name="connsiteY11" fmla="*/ 606672 h 608344"/>
                <a:gd name="connsiteX12" fmla="*/ 510964 w 510964"/>
                <a:gd name="connsiteY12" fmla="*/ 608344 h 608344"/>
                <a:gd name="connsiteX13" fmla="*/ 255925 w 510964"/>
                <a:gd name="connsiteY13" fmla="*/ 608344 h 608344"/>
                <a:gd name="connsiteX14" fmla="*/ 255531 w 510964"/>
                <a:gd name="connsiteY14" fmla="*/ 608344 h 608344"/>
                <a:gd name="connsiteX15" fmla="*/ 255039 w 510964"/>
                <a:gd name="connsiteY15" fmla="*/ 608344 h 608344"/>
                <a:gd name="connsiteX16" fmla="*/ 0 w 510964"/>
                <a:gd name="connsiteY16" fmla="*/ 608344 h 608344"/>
                <a:gd name="connsiteX17" fmla="*/ 0 w 510964"/>
                <a:gd name="connsiteY17" fmla="*/ 606672 h 608344"/>
                <a:gd name="connsiteX18" fmla="*/ 0 w 510964"/>
                <a:gd name="connsiteY18" fmla="*/ 491984 h 608344"/>
                <a:gd name="connsiteX19" fmla="*/ 0 w 510964"/>
                <a:gd name="connsiteY19" fmla="*/ 490213 h 608344"/>
                <a:gd name="connsiteX20" fmla="*/ 102941 w 510964"/>
                <a:gd name="connsiteY20" fmla="*/ 420771 h 608344"/>
                <a:gd name="connsiteX21" fmla="*/ 167169 w 510964"/>
                <a:gd name="connsiteY21" fmla="*/ 387820 h 608344"/>
                <a:gd name="connsiteX22" fmla="*/ 172784 w 510964"/>
                <a:gd name="connsiteY22" fmla="*/ 386345 h 608344"/>
                <a:gd name="connsiteX23" fmla="*/ 255517 w 510964"/>
                <a:gd name="connsiteY23" fmla="*/ 0 h 608344"/>
                <a:gd name="connsiteX24" fmla="*/ 267931 w 510964"/>
                <a:gd name="connsiteY24" fmla="*/ 3639 h 608344"/>
                <a:gd name="connsiteX25" fmla="*/ 438857 w 510964"/>
                <a:gd name="connsiteY25" fmla="*/ 87048 h 608344"/>
                <a:gd name="connsiteX26" fmla="*/ 446935 w 510964"/>
                <a:gd name="connsiteY26" fmla="*/ 96786 h 608344"/>
                <a:gd name="connsiteX27" fmla="*/ 441024 w 510964"/>
                <a:gd name="connsiteY27" fmla="*/ 105245 h 608344"/>
                <a:gd name="connsiteX28" fmla="*/ 430483 w 510964"/>
                <a:gd name="connsiteY28" fmla="*/ 110655 h 608344"/>
                <a:gd name="connsiteX29" fmla="*/ 430483 w 510964"/>
                <a:gd name="connsiteY29" fmla="*/ 165736 h 608344"/>
                <a:gd name="connsiteX30" fmla="*/ 436985 w 510964"/>
                <a:gd name="connsiteY30" fmla="*/ 176851 h 608344"/>
                <a:gd name="connsiteX31" fmla="*/ 431665 w 510964"/>
                <a:gd name="connsiteY31" fmla="*/ 186982 h 608344"/>
                <a:gd name="connsiteX32" fmla="*/ 439054 w 510964"/>
                <a:gd name="connsiteY32" fmla="*/ 227506 h 608344"/>
                <a:gd name="connsiteX33" fmla="*/ 408809 w 510964"/>
                <a:gd name="connsiteY33" fmla="*/ 227506 h 608344"/>
                <a:gd name="connsiteX34" fmla="*/ 416198 w 510964"/>
                <a:gd name="connsiteY34" fmla="*/ 186982 h 608344"/>
                <a:gd name="connsiteX35" fmla="*/ 410878 w 510964"/>
                <a:gd name="connsiteY35" fmla="*/ 176851 h 608344"/>
                <a:gd name="connsiteX36" fmla="*/ 417479 w 510964"/>
                <a:gd name="connsiteY36" fmla="*/ 165736 h 608344"/>
                <a:gd name="connsiteX37" fmla="*/ 417479 w 510964"/>
                <a:gd name="connsiteY37" fmla="*/ 116950 h 608344"/>
                <a:gd name="connsiteX38" fmla="*/ 376397 w 510964"/>
                <a:gd name="connsiteY38" fmla="*/ 136818 h 608344"/>
                <a:gd name="connsiteX39" fmla="*/ 375905 w 510964"/>
                <a:gd name="connsiteY39" fmla="*/ 157277 h 608344"/>
                <a:gd name="connsiteX40" fmla="*/ 369107 w 510964"/>
                <a:gd name="connsiteY40" fmla="*/ 201834 h 608344"/>
                <a:gd name="connsiteX41" fmla="*/ 379845 w 510964"/>
                <a:gd name="connsiteY41" fmla="*/ 226719 h 608344"/>
                <a:gd name="connsiteX42" fmla="*/ 379747 w 510964"/>
                <a:gd name="connsiteY42" fmla="*/ 227014 h 608344"/>
                <a:gd name="connsiteX43" fmla="*/ 379845 w 510964"/>
                <a:gd name="connsiteY43" fmla="*/ 228490 h 608344"/>
                <a:gd name="connsiteX44" fmla="*/ 351768 w 510964"/>
                <a:gd name="connsiteY44" fmla="*/ 279342 h 608344"/>
                <a:gd name="connsiteX45" fmla="*/ 291969 w 510964"/>
                <a:gd name="connsiteY45" fmla="*/ 351833 h 608344"/>
                <a:gd name="connsiteX46" fmla="*/ 255517 w 510964"/>
                <a:gd name="connsiteY46" fmla="*/ 360095 h 608344"/>
                <a:gd name="connsiteX47" fmla="*/ 219066 w 510964"/>
                <a:gd name="connsiteY47" fmla="*/ 351833 h 608344"/>
                <a:gd name="connsiteX48" fmla="*/ 159267 w 510964"/>
                <a:gd name="connsiteY48" fmla="*/ 279342 h 608344"/>
                <a:gd name="connsiteX49" fmla="*/ 131190 w 510964"/>
                <a:gd name="connsiteY49" fmla="*/ 228490 h 608344"/>
                <a:gd name="connsiteX50" fmla="*/ 131190 w 510964"/>
                <a:gd name="connsiteY50" fmla="*/ 227014 h 608344"/>
                <a:gd name="connsiteX51" fmla="*/ 131190 w 510964"/>
                <a:gd name="connsiteY51" fmla="*/ 226719 h 608344"/>
                <a:gd name="connsiteX52" fmla="*/ 141830 w 510964"/>
                <a:gd name="connsiteY52" fmla="*/ 201834 h 608344"/>
                <a:gd name="connsiteX53" fmla="*/ 135032 w 510964"/>
                <a:gd name="connsiteY53" fmla="*/ 157277 h 608344"/>
                <a:gd name="connsiteX54" fmla="*/ 134539 w 510964"/>
                <a:gd name="connsiteY54" fmla="*/ 136818 h 608344"/>
                <a:gd name="connsiteX55" fmla="*/ 70011 w 510964"/>
                <a:gd name="connsiteY55" fmla="*/ 105245 h 608344"/>
                <a:gd name="connsiteX56" fmla="*/ 64002 w 510964"/>
                <a:gd name="connsiteY56" fmla="*/ 96786 h 608344"/>
                <a:gd name="connsiteX57" fmla="*/ 72080 w 510964"/>
                <a:gd name="connsiteY57" fmla="*/ 87048 h 608344"/>
                <a:gd name="connsiteX58" fmla="*/ 243006 w 510964"/>
                <a:gd name="connsiteY58" fmla="*/ 3639 h 608344"/>
                <a:gd name="connsiteX59" fmla="*/ 255517 w 510964"/>
                <a:gd name="connsiteY59" fmla="*/ 0 h 60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10964" h="608344">
                  <a:moveTo>
                    <a:pt x="172784" y="386345"/>
                  </a:moveTo>
                  <a:cubicBezTo>
                    <a:pt x="177217" y="386345"/>
                    <a:pt x="180960" y="389001"/>
                    <a:pt x="182733" y="392738"/>
                  </a:cubicBezTo>
                  <a:cubicBezTo>
                    <a:pt x="200169" y="421853"/>
                    <a:pt x="232480" y="506640"/>
                    <a:pt x="255039" y="508213"/>
                  </a:cubicBezTo>
                  <a:cubicBezTo>
                    <a:pt x="255236" y="508213"/>
                    <a:pt x="255334" y="508115"/>
                    <a:pt x="255531" y="508115"/>
                  </a:cubicBezTo>
                  <a:cubicBezTo>
                    <a:pt x="255630" y="508115"/>
                    <a:pt x="255827" y="508213"/>
                    <a:pt x="255925" y="508213"/>
                  </a:cubicBezTo>
                  <a:cubicBezTo>
                    <a:pt x="278484" y="506640"/>
                    <a:pt x="310795" y="421853"/>
                    <a:pt x="328231" y="392738"/>
                  </a:cubicBezTo>
                  <a:cubicBezTo>
                    <a:pt x="330004" y="389001"/>
                    <a:pt x="333846" y="386345"/>
                    <a:pt x="338278" y="386345"/>
                  </a:cubicBezTo>
                  <a:cubicBezTo>
                    <a:pt x="340249" y="386345"/>
                    <a:pt x="342120" y="386935"/>
                    <a:pt x="343795" y="387820"/>
                  </a:cubicBezTo>
                  <a:cubicBezTo>
                    <a:pt x="350099" y="391263"/>
                    <a:pt x="386942" y="413197"/>
                    <a:pt x="408023" y="420771"/>
                  </a:cubicBezTo>
                  <a:cubicBezTo>
                    <a:pt x="479047" y="446345"/>
                    <a:pt x="510964" y="472410"/>
                    <a:pt x="510964" y="490213"/>
                  </a:cubicBezTo>
                  <a:lnTo>
                    <a:pt x="510964" y="491984"/>
                  </a:lnTo>
                  <a:lnTo>
                    <a:pt x="510964" y="606672"/>
                  </a:lnTo>
                  <a:lnTo>
                    <a:pt x="510964" y="608344"/>
                  </a:lnTo>
                  <a:lnTo>
                    <a:pt x="255925" y="608344"/>
                  </a:lnTo>
                  <a:lnTo>
                    <a:pt x="255531" y="608344"/>
                  </a:lnTo>
                  <a:lnTo>
                    <a:pt x="255039" y="608344"/>
                  </a:lnTo>
                  <a:lnTo>
                    <a:pt x="0" y="608344"/>
                  </a:lnTo>
                  <a:lnTo>
                    <a:pt x="0" y="606672"/>
                  </a:lnTo>
                  <a:lnTo>
                    <a:pt x="0" y="491984"/>
                  </a:lnTo>
                  <a:lnTo>
                    <a:pt x="0" y="490213"/>
                  </a:lnTo>
                  <a:cubicBezTo>
                    <a:pt x="0" y="472410"/>
                    <a:pt x="31917" y="446345"/>
                    <a:pt x="102941" y="420771"/>
                  </a:cubicBezTo>
                  <a:cubicBezTo>
                    <a:pt x="124121" y="413197"/>
                    <a:pt x="160865" y="391263"/>
                    <a:pt x="167169" y="387820"/>
                  </a:cubicBezTo>
                  <a:cubicBezTo>
                    <a:pt x="168844" y="386935"/>
                    <a:pt x="170715" y="386345"/>
                    <a:pt x="172784" y="386345"/>
                  </a:cubicBezTo>
                  <a:close/>
                  <a:moveTo>
                    <a:pt x="255517" y="0"/>
                  </a:moveTo>
                  <a:cubicBezTo>
                    <a:pt x="258966" y="295"/>
                    <a:pt x="263005" y="1279"/>
                    <a:pt x="267931" y="3639"/>
                  </a:cubicBezTo>
                  <a:cubicBezTo>
                    <a:pt x="279260" y="9049"/>
                    <a:pt x="393933" y="65016"/>
                    <a:pt x="438857" y="87048"/>
                  </a:cubicBezTo>
                  <a:cubicBezTo>
                    <a:pt x="445162" y="90098"/>
                    <a:pt x="447526" y="93540"/>
                    <a:pt x="446935" y="96786"/>
                  </a:cubicBezTo>
                  <a:cubicBezTo>
                    <a:pt x="447427" y="99933"/>
                    <a:pt x="445162" y="102884"/>
                    <a:pt x="441024" y="105245"/>
                  </a:cubicBezTo>
                  <a:cubicBezTo>
                    <a:pt x="439448" y="106130"/>
                    <a:pt x="435605" y="108097"/>
                    <a:pt x="430483" y="110655"/>
                  </a:cubicBezTo>
                  <a:lnTo>
                    <a:pt x="430483" y="165736"/>
                  </a:lnTo>
                  <a:cubicBezTo>
                    <a:pt x="434325" y="167998"/>
                    <a:pt x="436985" y="172031"/>
                    <a:pt x="436985" y="176851"/>
                  </a:cubicBezTo>
                  <a:cubicBezTo>
                    <a:pt x="436985" y="181080"/>
                    <a:pt x="434817" y="184621"/>
                    <a:pt x="431665" y="186982"/>
                  </a:cubicBezTo>
                  <a:cubicBezTo>
                    <a:pt x="431665" y="186982"/>
                    <a:pt x="437576" y="220129"/>
                    <a:pt x="439054" y="227506"/>
                  </a:cubicBezTo>
                  <a:cubicBezTo>
                    <a:pt x="440630" y="234883"/>
                    <a:pt x="407036" y="236654"/>
                    <a:pt x="408809" y="227506"/>
                  </a:cubicBezTo>
                  <a:cubicBezTo>
                    <a:pt x="410582" y="218260"/>
                    <a:pt x="416198" y="186982"/>
                    <a:pt x="416198" y="186982"/>
                  </a:cubicBezTo>
                  <a:cubicBezTo>
                    <a:pt x="413045" y="184621"/>
                    <a:pt x="410878" y="181080"/>
                    <a:pt x="410878" y="176851"/>
                  </a:cubicBezTo>
                  <a:cubicBezTo>
                    <a:pt x="410878" y="172031"/>
                    <a:pt x="413636" y="167998"/>
                    <a:pt x="417479" y="165736"/>
                  </a:cubicBezTo>
                  <a:lnTo>
                    <a:pt x="417479" y="116950"/>
                  </a:lnTo>
                  <a:cubicBezTo>
                    <a:pt x="403588" y="123737"/>
                    <a:pt x="386938" y="131802"/>
                    <a:pt x="376397" y="136818"/>
                  </a:cubicBezTo>
                  <a:cubicBezTo>
                    <a:pt x="376299" y="144294"/>
                    <a:pt x="376200" y="157080"/>
                    <a:pt x="375905" y="157277"/>
                  </a:cubicBezTo>
                  <a:cubicBezTo>
                    <a:pt x="373836" y="175670"/>
                    <a:pt x="370191" y="196031"/>
                    <a:pt x="369107" y="201834"/>
                  </a:cubicBezTo>
                  <a:cubicBezTo>
                    <a:pt x="370880" y="202719"/>
                    <a:pt x="379845" y="208621"/>
                    <a:pt x="379845" y="226719"/>
                  </a:cubicBezTo>
                  <a:cubicBezTo>
                    <a:pt x="379845" y="226818"/>
                    <a:pt x="379747" y="226916"/>
                    <a:pt x="379747" y="227014"/>
                  </a:cubicBezTo>
                  <a:cubicBezTo>
                    <a:pt x="379845" y="227506"/>
                    <a:pt x="379845" y="227998"/>
                    <a:pt x="379845" y="228490"/>
                  </a:cubicBezTo>
                  <a:cubicBezTo>
                    <a:pt x="376003" y="278948"/>
                    <a:pt x="355906" y="257211"/>
                    <a:pt x="351768" y="279342"/>
                  </a:cubicBezTo>
                  <a:cubicBezTo>
                    <a:pt x="344872" y="316030"/>
                    <a:pt x="312263" y="342587"/>
                    <a:pt x="291969" y="351833"/>
                  </a:cubicBezTo>
                  <a:cubicBezTo>
                    <a:pt x="280245" y="357144"/>
                    <a:pt x="268128" y="359800"/>
                    <a:pt x="255517" y="360095"/>
                  </a:cubicBezTo>
                  <a:cubicBezTo>
                    <a:pt x="242809" y="359800"/>
                    <a:pt x="230790" y="357144"/>
                    <a:pt x="219066" y="351833"/>
                  </a:cubicBezTo>
                  <a:cubicBezTo>
                    <a:pt x="198772" y="342587"/>
                    <a:pt x="166163" y="316030"/>
                    <a:pt x="159267" y="279342"/>
                  </a:cubicBezTo>
                  <a:cubicBezTo>
                    <a:pt x="155129" y="257211"/>
                    <a:pt x="135032" y="278948"/>
                    <a:pt x="131190" y="228490"/>
                  </a:cubicBezTo>
                  <a:cubicBezTo>
                    <a:pt x="131190" y="227998"/>
                    <a:pt x="131190" y="227506"/>
                    <a:pt x="131190" y="227014"/>
                  </a:cubicBezTo>
                  <a:cubicBezTo>
                    <a:pt x="131190" y="226916"/>
                    <a:pt x="131190" y="226818"/>
                    <a:pt x="131190" y="226719"/>
                  </a:cubicBezTo>
                  <a:cubicBezTo>
                    <a:pt x="131190" y="208621"/>
                    <a:pt x="140056" y="202719"/>
                    <a:pt x="141830" y="201834"/>
                  </a:cubicBezTo>
                  <a:cubicBezTo>
                    <a:pt x="140844" y="196031"/>
                    <a:pt x="137199" y="175670"/>
                    <a:pt x="135032" y="157277"/>
                  </a:cubicBezTo>
                  <a:cubicBezTo>
                    <a:pt x="134835" y="157080"/>
                    <a:pt x="134638" y="144294"/>
                    <a:pt x="134539" y="136818"/>
                  </a:cubicBezTo>
                  <a:cubicBezTo>
                    <a:pt x="115427" y="127671"/>
                    <a:pt x="75824" y="108589"/>
                    <a:pt x="70011" y="105245"/>
                  </a:cubicBezTo>
                  <a:cubicBezTo>
                    <a:pt x="65775" y="102884"/>
                    <a:pt x="63608" y="99933"/>
                    <a:pt x="64002" y="96786"/>
                  </a:cubicBezTo>
                  <a:cubicBezTo>
                    <a:pt x="63509" y="93540"/>
                    <a:pt x="65775" y="90098"/>
                    <a:pt x="72080" y="87048"/>
                  </a:cubicBezTo>
                  <a:cubicBezTo>
                    <a:pt x="117102" y="65016"/>
                    <a:pt x="231677" y="9049"/>
                    <a:pt x="243006" y="3639"/>
                  </a:cubicBezTo>
                  <a:cubicBezTo>
                    <a:pt x="247932" y="1279"/>
                    <a:pt x="252069" y="295"/>
                    <a:pt x="255517"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cs typeface="+mn-ea"/>
              </a:endParaRPr>
            </a:p>
          </p:txBody>
        </p:sp>
      </p:grpSp>
      <p:grpSp>
        <p:nvGrpSpPr>
          <p:cNvPr id="9" name="Group 48"/>
          <p:cNvGrpSpPr/>
          <p:nvPr/>
        </p:nvGrpSpPr>
        <p:grpSpPr>
          <a:xfrm>
            <a:off x="3809584" y="3865090"/>
            <a:ext cx="409972" cy="409972"/>
            <a:chOff x="669869" y="597304"/>
            <a:chExt cx="409972" cy="409972"/>
          </a:xfrm>
        </p:grpSpPr>
        <p:sp>
          <p:nvSpPr>
            <p:cNvPr id="12" name="íṥļîḓê"/>
            <p:cNvSpPr/>
            <p:nvPr/>
          </p:nvSpPr>
          <p:spPr>
            <a:xfrm>
              <a:off x="669869" y="597304"/>
              <a:ext cx="409972" cy="409972"/>
            </a:xfrm>
            <a:prstGeom prst="ellipse">
              <a:avLst/>
            </a:prstGeom>
            <a:noFill/>
            <a:ln w="127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13" name="íṥlíḓê"/>
            <p:cNvSpPr/>
            <p:nvPr/>
          </p:nvSpPr>
          <p:spPr>
            <a:xfrm>
              <a:off x="707772" y="635207"/>
              <a:ext cx="334166" cy="334166"/>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20" name="ïśļiḑé"/>
            <p:cNvSpPr/>
            <p:nvPr/>
          </p:nvSpPr>
          <p:spPr>
            <a:xfrm>
              <a:off x="788539" y="699525"/>
              <a:ext cx="172630" cy="205530"/>
            </a:xfrm>
            <a:custGeom>
              <a:avLst/>
              <a:gdLst>
                <a:gd name="connsiteX0" fmla="*/ 172784 w 510964"/>
                <a:gd name="connsiteY0" fmla="*/ 386345 h 608344"/>
                <a:gd name="connsiteX1" fmla="*/ 182733 w 510964"/>
                <a:gd name="connsiteY1" fmla="*/ 392738 h 608344"/>
                <a:gd name="connsiteX2" fmla="*/ 255039 w 510964"/>
                <a:gd name="connsiteY2" fmla="*/ 508213 h 608344"/>
                <a:gd name="connsiteX3" fmla="*/ 255531 w 510964"/>
                <a:gd name="connsiteY3" fmla="*/ 508115 h 608344"/>
                <a:gd name="connsiteX4" fmla="*/ 255925 w 510964"/>
                <a:gd name="connsiteY4" fmla="*/ 508213 h 608344"/>
                <a:gd name="connsiteX5" fmla="*/ 328231 w 510964"/>
                <a:gd name="connsiteY5" fmla="*/ 392738 h 608344"/>
                <a:gd name="connsiteX6" fmla="*/ 338278 w 510964"/>
                <a:gd name="connsiteY6" fmla="*/ 386345 h 608344"/>
                <a:gd name="connsiteX7" fmla="*/ 343795 w 510964"/>
                <a:gd name="connsiteY7" fmla="*/ 387820 h 608344"/>
                <a:gd name="connsiteX8" fmla="*/ 408023 w 510964"/>
                <a:gd name="connsiteY8" fmla="*/ 420771 h 608344"/>
                <a:gd name="connsiteX9" fmla="*/ 510964 w 510964"/>
                <a:gd name="connsiteY9" fmla="*/ 490213 h 608344"/>
                <a:gd name="connsiteX10" fmla="*/ 510964 w 510964"/>
                <a:gd name="connsiteY10" fmla="*/ 491984 h 608344"/>
                <a:gd name="connsiteX11" fmla="*/ 510964 w 510964"/>
                <a:gd name="connsiteY11" fmla="*/ 606672 h 608344"/>
                <a:gd name="connsiteX12" fmla="*/ 510964 w 510964"/>
                <a:gd name="connsiteY12" fmla="*/ 608344 h 608344"/>
                <a:gd name="connsiteX13" fmla="*/ 255925 w 510964"/>
                <a:gd name="connsiteY13" fmla="*/ 608344 h 608344"/>
                <a:gd name="connsiteX14" fmla="*/ 255531 w 510964"/>
                <a:gd name="connsiteY14" fmla="*/ 608344 h 608344"/>
                <a:gd name="connsiteX15" fmla="*/ 255039 w 510964"/>
                <a:gd name="connsiteY15" fmla="*/ 608344 h 608344"/>
                <a:gd name="connsiteX16" fmla="*/ 0 w 510964"/>
                <a:gd name="connsiteY16" fmla="*/ 608344 h 608344"/>
                <a:gd name="connsiteX17" fmla="*/ 0 w 510964"/>
                <a:gd name="connsiteY17" fmla="*/ 606672 h 608344"/>
                <a:gd name="connsiteX18" fmla="*/ 0 w 510964"/>
                <a:gd name="connsiteY18" fmla="*/ 491984 h 608344"/>
                <a:gd name="connsiteX19" fmla="*/ 0 w 510964"/>
                <a:gd name="connsiteY19" fmla="*/ 490213 h 608344"/>
                <a:gd name="connsiteX20" fmla="*/ 102941 w 510964"/>
                <a:gd name="connsiteY20" fmla="*/ 420771 h 608344"/>
                <a:gd name="connsiteX21" fmla="*/ 167169 w 510964"/>
                <a:gd name="connsiteY21" fmla="*/ 387820 h 608344"/>
                <a:gd name="connsiteX22" fmla="*/ 172784 w 510964"/>
                <a:gd name="connsiteY22" fmla="*/ 386345 h 608344"/>
                <a:gd name="connsiteX23" fmla="*/ 255517 w 510964"/>
                <a:gd name="connsiteY23" fmla="*/ 0 h 608344"/>
                <a:gd name="connsiteX24" fmla="*/ 267931 w 510964"/>
                <a:gd name="connsiteY24" fmla="*/ 3639 h 608344"/>
                <a:gd name="connsiteX25" fmla="*/ 438857 w 510964"/>
                <a:gd name="connsiteY25" fmla="*/ 87048 h 608344"/>
                <a:gd name="connsiteX26" fmla="*/ 446935 w 510964"/>
                <a:gd name="connsiteY26" fmla="*/ 96786 h 608344"/>
                <a:gd name="connsiteX27" fmla="*/ 441024 w 510964"/>
                <a:gd name="connsiteY27" fmla="*/ 105245 h 608344"/>
                <a:gd name="connsiteX28" fmla="*/ 430483 w 510964"/>
                <a:gd name="connsiteY28" fmla="*/ 110655 h 608344"/>
                <a:gd name="connsiteX29" fmla="*/ 430483 w 510964"/>
                <a:gd name="connsiteY29" fmla="*/ 165736 h 608344"/>
                <a:gd name="connsiteX30" fmla="*/ 436985 w 510964"/>
                <a:gd name="connsiteY30" fmla="*/ 176851 h 608344"/>
                <a:gd name="connsiteX31" fmla="*/ 431665 w 510964"/>
                <a:gd name="connsiteY31" fmla="*/ 186982 h 608344"/>
                <a:gd name="connsiteX32" fmla="*/ 439054 w 510964"/>
                <a:gd name="connsiteY32" fmla="*/ 227506 h 608344"/>
                <a:gd name="connsiteX33" fmla="*/ 408809 w 510964"/>
                <a:gd name="connsiteY33" fmla="*/ 227506 h 608344"/>
                <a:gd name="connsiteX34" fmla="*/ 416198 w 510964"/>
                <a:gd name="connsiteY34" fmla="*/ 186982 h 608344"/>
                <a:gd name="connsiteX35" fmla="*/ 410878 w 510964"/>
                <a:gd name="connsiteY35" fmla="*/ 176851 h 608344"/>
                <a:gd name="connsiteX36" fmla="*/ 417479 w 510964"/>
                <a:gd name="connsiteY36" fmla="*/ 165736 h 608344"/>
                <a:gd name="connsiteX37" fmla="*/ 417479 w 510964"/>
                <a:gd name="connsiteY37" fmla="*/ 116950 h 608344"/>
                <a:gd name="connsiteX38" fmla="*/ 376397 w 510964"/>
                <a:gd name="connsiteY38" fmla="*/ 136818 h 608344"/>
                <a:gd name="connsiteX39" fmla="*/ 375905 w 510964"/>
                <a:gd name="connsiteY39" fmla="*/ 157277 h 608344"/>
                <a:gd name="connsiteX40" fmla="*/ 369107 w 510964"/>
                <a:gd name="connsiteY40" fmla="*/ 201834 h 608344"/>
                <a:gd name="connsiteX41" fmla="*/ 379845 w 510964"/>
                <a:gd name="connsiteY41" fmla="*/ 226719 h 608344"/>
                <a:gd name="connsiteX42" fmla="*/ 379747 w 510964"/>
                <a:gd name="connsiteY42" fmla="*/ 227014 h 608344"/>
                <a:gd name="connsiteX43" fmla="*/ 379845 w 510964"/>
                <a:gd name="connsiteY43" fmla="*/ 228490 h 608344"/>
                <a:gd name="connsiteX44" fmla="*/ 351768 w 510964"/>
                <a:gd name="connsiteY44" fmla="*/ 279342 h 608344"/>
                <a:gd name="connsiteX45" fmla="*/ 291969 w 510964"/>
                <a:gd name="connsiteY45" fmla="*/ 351833 h 608344"/>
                <a:gd name="connsiteX46" fmla="*/ 255517 w 510964"/>
                <a:gd name="connsiteY46" fmla="*/ 360095 h 608344"/>
                <a:gd name="connsiteX47" fmla="*/ 219066 w 510964"/>
                <a:gd name="connsiteY47" fmla="*/ 351833 h 608344"/>
                <a:gd name="connsiteX48" fmla="*/ 159267 w 510964"/>
                <a:gd name="connsiteY48" fmla="*/ 279342 h 608344"/>
                <a:gd name="connsiteX49" fmla="*/ 131190 w 510964"/>
                <a:gd name="connsiteY49" fmla="*/ 228490 h 608344"/>
                <a:gd name="connsiteX50" fmla="*/ 131190 w 510964"/>
                <a:gd name="connsiteY50" fmla="*/ 227014 h 608344"/>
                <a:gd name="connsiteX51" fmla="*/ 131190 w 510964"/>
                <a:gd name="connsiteY51" fmla="*/ 226719 h 608344"/>
                <a:gd name="connsiteX52" fmla="*/ 141830 w 510964"/>
                <a:gd name="connsiteY52" fmla="*/ 201834 h 608344"/>
                <a:gd name="connsiteX53" fmla="*/ 135032 w 510964"/>
                <a:gd name="connsiteY53" fmla="*/ 157277 h 608344"/>
                <a:gd name="connsiteX54" fmla="*/ 134539 w 510964"/>
                <a:gd name="connsiteY54" fmla="*/ 136818 h 608344"/>
                <a:gd name="connsiteX55" fmla="*/ 70011 w 510964"/>
                <a:gd name="connsiteY55" fmla="*/ 105245 h 608344"/>
                <a:gd name="connsiteX56" fmla="*/ 64002 w 510964"/>
                <a:gd name="connsiteY56" fmla="*/ 96786 h 608344"/>
                <a:gd name="connsiteX57" fmla="*/ 72080 w 510964"/>
                <a:gd name="connsiteY57" fmla="*/ 87048 h 608344"/>
                <a:gd name="connsiteX58" fmla="*/ 243006 w 510964"/>
                <a:gd name="connsiteY58" fmla="*/ 3639 h 608344"/>
                <a:gd name="connsiteX59" fmla="*/ 255517 w 510964"/>
                <a:gd name="connsiteY59" fmla="*/ 0 h 60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10964" h="608344">
                  <a:moveTo>
                    <a:pt x="172784" y="386345"/>
                  </a:moveTo>
                  <a:cubicBezTo>
                    <a:pt x="177217" y="386345"/>
                    <a:pt x="180960" y="389001"/>
                    <a:pt x="182733" y="392738"/>
                  </a:cubicBezTo>
                  <a:cubicBezTo>
                    <a:pt x="200169" y="421853"/>
                    <a:pt x="232480" y="506640"/>
                    <a:pt x="255039" y="508213"/>
                  </a:cubicBezTo>
                  <a:cubicBezTo>
                    <a:pt x="255236" y="508213"/>
                    <a:pt x="255334" y="508115"/>
                    <a:pt x="255531" y="508115"/>
                  </a:cubicBezTo>
                  <a:cubicBezTo>
                    <a:pt x="255630" y="508115"/>
                    <a:pt x="255827" y="508213"/>
                    <a:pt x="255925" y="508213"/>
                  </a:cubicBezTo>
                  <a:cubicBezTo>
                    <a:pt x="278484" y="506640"/>
                    <a:pt x="310795" y="421853"/>
                    <a:pt x="328231" y="392738"/>
                  </a:cubicBezTo>
                  <a:cubicBezTo>
                    <a:pt x="330004" y="389001"/>
                    <a:pt x="333846" y="386345"/>
                    <a:pt x="338278" y="386345"/>
                  </a:cubicBezTo>
                  <a:cubicBezTo>
                    <a:pt x="340249" y="386345"/>
                    <a:pt x="342120" y="386935"/>
                    <a:pt x="343795" y="387820"/>
                  </a:cubicBezTo>
                  <a:cubicBezTo>
                    <a:pt x="350099" y="391263"/>
                    <a:pt x="386942" y="413197"/>
                    <a:pt x="408023" y="420771"/>
                  </a:cubicBezTo>
                  <a:cubicBezTo>
                    <a:pt x="479047" y="446345"/>
                    <a:pt x="510964" y="472410"/>
                    <a:pt x="510964" y="490213"/>
                  </a:cubicBezTo>
                  <a:lnTo>
                    <a:pt x="510964" y="491984"/>
                  </a:lnTo>
                  <a:lnTo>
                    <a:pt x="510964" y="606672"/>
                  </a:lnTo>
                  <a:lnTo>
                    <a:pt x="510964" y="608344"/>
                  </a:lnTo>
                  <a:lnTo>
                    <a:pt x="255925" y="608344"/>
                  </a:lnTo>
                  <a:lnTo>
                    <a:pt x="255531" y="608344"/>
                  </a:lnTo>
                  <a:lnTo>
                    <a:pt x="255039" y="608344"/>
                  </a:lnTo>
                  <a:lnTo>
                    <a:pt x="0" y="608344"/>
                  </a:lnTo>
                  <a:lnTo>
                    <a:pt x="0" y="606672"/>
                  </a:lnTo>
                  <a:lnTo>
                    <a:pt x="0" y="491984"/>
                  </a:lnTo>
                  <a:lnTo>
                    <a:pt x="0" y="490213"/>
                  </a:lnTo>
                  <a:cubicBezTo>
                    <a:pt x="0" y="472410"/>
                    <a:pt x="31917" y="446345"/>
                    <a:pt x="102941" y="420771"/>
                  </a:cubicBezTo>
                  <a:cubicBezTo>
                    <a:pt x="124121" y="413197"/>
                    <a:pt x="160865" y="391263"/>
                    <a:pt x="167169" y="387820"/>
                  </a:cubicBezTo>
                  <a:cubicBezTo>
                    <a:pt x="168844" y="386935"/>
                    <a:pt x="170715" y="386345"/>
                    <a:pt x="172784" y="386345"/>
                  </a:cubicBezTo>
                  <a:close/>
                  <a:moveTo>
                    <a:pt x="255517" y="0"/>
                  </a:moveTo>
                  <a:cubicBezTo>
                    <a:pt x="258966" y="295"/>
                    <a:pt x="263005" y="1279"/>
                    <a:pt x="267931" y="3639"/>
                  </a:cubicBezTo>
                  <a:cubicBezTo>
                    <a:pt x="279260" y="9049"/>
                    <a:pt x="393933" y="65016"/>
                    <a:pt x="438857" y="87048"/>
                  </a:cubicBezTo>
                  <a:cubicBezTo>
                    <a:pt x="445162" y="90098"/>
                    <a:pt x="447526" y="93540"/>
                    <a:pt x="446935" y="96786"/>
                  </a:cubicBezTo>
                  <a:cubicBezTo>
                    <a:pt x="447427" y="99933"/>
                    <a:pt x="445162" y="102884"/>
                    <a:pt x="441024" y="105245"/>
                  </a:cubicBezTo>
                  <a:cubicBezTo>
                    <a:pt x="439448" y="106130"/>
                    <a:pt x="435605" y="108097"/>
                    <a:pt x="430483" y="110655"/>
                  </a:cubicBezTo>
                  <a:lnTo>
                    <a:pt x="430483" y="165736"/>
                  </a:lnTo>
                  <a:cubicBezTo>
                    <a:pt x="434325" y="167998"/>
                    <a:pt x="436985" y="172031"/>
                    <a:pt x="436985" y="176851"/>
                  </a:cubicBezTo>
                  <a:cubicBezTo>
                    <a:pt x="436985" y="181080"/>
                    <a:pt x="434817" y="184621"/>
                    <a:pt x="431665" y="186982"/>
                  </a:cubicBezTo>
                  <a:cubicBezTo>
                    <a:pt x="431665" y="186982"/>
                    <a:pt x="437576" y="220129"/>
                    <a:pt x="439054" y="227506"/>
                  </a:cubicBezTo>
                  <a:cubicBezTo>
                    <a:pt x="440630" y="234883"/>
                    <a:pt x="407036" y="236654"/>
                    <a:pt x="408809" y="227506"/>
                  </a:cubicBezTo>
                  <a:cubicBezTo>
                    <a:pt x="410582" y="218260"/>
                    <a:pt x="416198" y="186982"/>
                    <a:pt x="416198" y="186982"/>
                  </a:cubicBezTo>
                  <a:cubicBezTo>
                    <a:pt x="413045" y="184621"/>
                    <a:pt x="410878" y="181080"/>
                    <a:pt x="410878" y="176851"/>
                  </a:cubicBezTo>
                  <a:cubicBezTo>
                    <a:pt x="410878" y="172031"/>
                    <a:pt x="413636" y="167998"/>
                    <a:pt x="417479" y="165736"/>
                  </a:cubicBezTo>
                  <a:lnTo>
                    <a:pt x="417479" y="116950"/>
                  </a:lnTo>
                  <a:cubicBezTo>
                    <a:pt x="403588" y="123737"/>
                    <a:pt x="386938" y="131802"/>
                    <a:pt x="376397" y="136818"/>
                  </a:cubicBezTo>
                  <a:cubicBezTo>
                    <a:pt x="376299" y="144294"/>
                    <a:pt x="376200" y="157080"/>
                    <a:pt x="375905" y="157277"/>
                  </a:cubicBezTo>
                  <a:cubicBezTo>
                    <a:pt x="373836" y="175670"/>
                    <a:pt x="370191" y="196031"/>
                    <a:pt x="369107" y="201834"/>
                  </a:cubicBezTo>
                  <a:cubicBezTo>
                    <a:pt x="370880" y="202719"/>
                    <a:pt x="379845" y="208621"/>
                    <a:pt x="379845" y="226719"/>
                  </a:cubicBezTo>
                  <a:cubicBezTo>
                    <a:pt x="379845" y="226818"/>
                    <a:pt x="379747" y="226916"/>
                    <a:pt x="379747" y="227014"/>
                  </a:cubicBezTo>
                  <a:cubicBezTo>
                    <a:pt x="379845" y="227506"/>
                    <a:pt x="379845" y="227998"/>
                    <a:pt x="379845" y="228490"/>
                  </a:cubicBezTo>
                  <a:cubicBezTo>
                    <a:pt x="376003" y="278948"/>
                    <a:pt x="355906" y="257211"/>
                    <a:pt x="351768" y="279342"/>
                  </a:cubicBezTo>
                  <a:cubicBezTo>
                    <a:pt x="344872" y="316030"/>
                    <a:pt x="312263" y="342587"/>
                    <a:pt x="291969" y="351833"/>
                  </a:cubicBezTo>
                  <a:cubicBezTo>
                    <a:pt x="280245" y="357144"/>
                    <a:pt x="268128" y="359800"/>
                    <a:pt x="255517" y="360095"/>
                  </a:cubicBezTo>
                  <a:cubicBezTo>
                    <a:pt x="242809" y="359800"/>
                    <a:pt x="230790" y="357144"/>
                    <a:pt x="219066" y="351833"/>
                  </a:cubicBezTo>
                  <a:cubicBezTo>
                    <a:pt x="198772" y="342587"/>
                    <a:pt x="166163" y="316030"/>
                    <a:pt x="159267" y="279342"/>
                  </a:cubicBezTo>
                  <a:cubicBezTo>
                    <a:pt x="155129" y="257211"/>
                    <a:pt x="135032" y="278948"/>
                    <a:pt x="131190" y="228490"/>
                  </a:cubicBezTo>
                  <a:cubicBezTo>
                    <a:pt x="131190" y="227998"/>
                    <a:pt x="131190" y="227506"/>
                    <a:pt x="131190" y="227014"/>
                  </a:cubicBezTo>
                  <a:cubicBezTo>
                    <a:pt x="131190" y="226916"/>
                    <a:pt x="131190" y="226818"/>
                    <a:pt x="131190" y="226719"/>
                  </a:cubicBezTo>
                  <a:cubicBezTo>
                    <a:pt x="131190" y="208621"/>
                    <a:pt x="140056" y="202719"/>
                    <a:pt x="141830" y="201834"/>
                  </a:cubicBezTo>
                  <a:cubicBezTo>
                    <a:pt x="140844" y="196031"/>
                    <a:pt x="137199" y="175670"/>
                    <a:pt x="135032" y="157277"/>
                  </a:cubicBezTo>
                  <a:cubicBezTo>
                    <a:pt x="134835" y="157080"/>
                    <a:pt x="134638" y="144294"/>
                    <a:pt x="134539" y="136818"/>
                  </a:cubicBezTo>
                  <a:cubicBezTo>
                    <a:pt x="115427" y="127671"/>
                    <a:pt x="75824" y="108589"/>
                    <a:pt x="70011" y="105245"/>
                  </a:cubicBezTo>
                  <a:cubicBezTo>
                    <a:pt x="65775" y="102884"/>
                    <a:pt x="63608" y="99933"/>
                    <a:pt x="64002" y="96786"/>
                  </a:cubicBezTo>
                  <a:cubicBezTo>
                    <a:pt x="63509" y="93540"/>
                    <a:pt x="65775" y="90098"/>
                    <a:pt x="72080" y="87048"/>
                  </a:cubicBezTo>
                  <a:cubicBezTo>
                    <a:pt x="117102" y="65016"/>
                    <a:pt x="231677" y="9049"/>
                    <a:pt x="243006" y="3639"/>
                  </a:cubicBezTo>
                  <a:cubicBezTo>
                    <a:pt x="247932" y="1279"/>
                    <a:pt x="252069" y="295"/>
                    <a:pt x="255517"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cs typeface="+mn-ea"/>
              </a:endParaRPr>
            </a:p>
          </p:txBody>
        </p:sp>
      </p:grpSp>
      <p:grpSp>
        <p:nvGrpSpPr>
          <p:cNvPr id="34" name="Group 48"/>
          <p:cNvGrpSpPr/>
          <p:nvPr/>
        </p:nvGrpSpPr>
        <p:grpSpPr>
          <a:xfrm>
            <a:off x="3805139" y="4336260"/>
            <a:ext cx="409972" cy="409972"/>
            <a:chOff x="669869" y="597304"/>
            <a:chExt cx="409972" cy="409972"/>
          </a:xfrm>
        </p:grpSpPr>
        <p:sp>
          <p:nvSpPr>
            <p:cNvPr id="35" name="íṥļîḓê"/>
            <p:cNvSpPr/>
            <p:nvPr/>
          </p:nvSpPr>
          <p:spPr>
            <a:xfrm>
              <a:off x="669869" y="597304"/>
              <a:ext cx="409972" cy="409972"/>
            </a:xfrm>
            <a:prstGeom prst="ellipse">
              <a:avLst/>
            </a:prstGeom>
            <a:noFill/>
            <a:ln w="127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36" name="íṥlíḓê"/>
            <p:cNvSpPr/>
            <p:nvPr/>
          </p:nvSpPr>
          <p:spPr>
            <a:xfrm>
              <a:off x="707772" y="635207"/>
              <a:ext cx="334166" cy="334166"/>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37" name="ïśļiḑé"/>
            <p:cNvSpPr/>
            <p:nvPr/>
          </p:nvSpPr>
          <p:spPr>
            <a:xfrm>
              <a:off x="788539" y="699525"/>
              <a:ext cx="172630" cy="205530"/>
            </a:xfrm>
            <a:custGeom>
              <a:avLst/>
              <a:gdLst>
                <a:gd name="connsiteX0" fmla="*/ 172784 w 510964"/>
                <a:gd name="connsiteY0" fmla="*/ 386345 h 608344"/>
                <a:gd name="connsiteX1" fmla="*/ 182733 w 510964"/>
                <a:gd name="connsiteY1" fmla="*/ 392738 h 608344"/>
                <a:gd name="connsiteX2" fmla="*/ 255039 w 510964"/>
                <a:gd name="connsiteY2" fmla="*/ 508213 h 608344"/>
                <a:gd name="connsiteX3" fmla="*/ 255531 w 510964"/>
                <a:gd name="connsiteY3" fmla="*/ 508115 h 608344"/>
                <a:gd name="connsiteX4" fmla="*/ 255925 w 510964"/>
                <a:gd name="connsiteY4" fmla="*/ 508213 h 608344"/>
                <a:gd name="connsiteX5" fmla="*/ 328231 w 510964"/>
                <a:gd name="connsiteY5" fmla="*/ 392738 h 608344"/>
                <a:gd name="connsiteX6" fmla="*/ 338278 w 510964"/>
                <a:gd name="connsiteY6" fmla="*/ 386345 h 608344"/>
                <a:gd name="connsiteX7" fmla="*/ 343795 w 510964"/>
                <a:gd name="connsiteY7" fmla="*/ 387820 h 608344"/>
                <a:gd name="connsiteX8" fmla="*/ 408023 w 510964"/>
                <a:gd name="connsiteY8" fmla="*/ 420771 h 608344"/>
                <a:gd name="connsiteX9" fmla="*/ 510964 w 510964"/>
                <a:gd name="connsiteY9" fmla="*/ 490213 h 608344"/>
                <a:gd name="connsiteX10" fmla="*/ 510964 w 510964"/>
                <a:gd name="connsiteY10" fmla="*/ 491984 h 608344"/>
                <a:gd name="connsiteX11" fmla="*/ 510964 w 510964"/>
                <a:gd name="connsiteY11" fmla="*/ 606672 h 608344"/>
                <a:gd name="connsiteX12" fmla="*/ 510964 w 510964"/>
                <a:gd name="connsiteY12" fmla="*/ 608344 h 608344"/>
                <a:gd name="connsiteX13" fmla="*/ 255925 w 510964"/>
                <a:gd name="connsiteY13" fmla="*/ 608344 h 608344"/>
                <a:gd name="connsiteX14" fmla="*/ 255531 w 510964"/>
                <a:gd name="connsiteY14" fmla="*/ 608344 h 608344"/>
                <a:gd name="connsiteX15" fmla="*/ 255039 w 510964"/>
                <a:gd name="connsiteY15" fmla="*/ 608344 h 608344"/>
                <a:gd name="connsiteX16" fmla="*/ 0 w 510964"/>
                <a:gd name="connsiteY16" fmla="*/ 608344 h 608344"/>
                <a:gd name="connsiteX17" fmla="*/ 0 w 510964"/>
                <a:gd name="connsiteY17" fmla="*/ 606672 h 608344"/>
                <a:gd name="connsiteX18" fmla="*/ 0 w 510964"/>
                <a:gd name="connsiteY18" fmla="*/ 491984 h 608344"/>
                <a:gd name="connsiteX19" fmla="*/ 0 w 510964"/>
                <a:gd name="connsiteY19" fmla="*/ 490213 h 608344"/>
                <a:gd name="connsiteX20" fmla="*/ 102941 w 510964"/>
                <a:gd name="connsiteY20" fmla="*/ 420771 h 608344"/>
                <a:gd name="connsiteX21" fmla="*/ 167169 w 510964"/>
                <a:gd name="connsiteY21" fmla="*/ 387820 h 608344"/>
                <a:gd name="connsiteX22" fmla="*/ 172784 w 510964"/>
                <a:gd name="connsiteY22" fmla="*/ 386345 h 608344"/>
                <a:gd name="connsiteX23" fmla="*/ 255517 w 510964"/>
                <a:gd name="connsiteY23" fmla="*/ 0 h 608344"/>
                <a:gd name="connsiteX24" fmla="*/ 267931 w 510964"/>
                <a:gd name="connsiteY24" fmla="*/ 3639 h 608344"/>
                <a:gd name="connsiteX25" fmla="*/ 438857 w 510964"/>
                <a:gd name="connsiteY25" fmla="*/ 87048 h 608344"/>
                <a:gd name="connsiteX26" fmla="*/ 446935 w 510964"/>
                <a:gd name="connsiteY26" fmla="*/ 96786 h 608344"/>
                <a:gd name="connsiteX27" fmla="*/ 441024 w 510964"/>
                <a:gd name="connsiteY27" fmla="*/ 105245 h 608344"/>
                <a:gd name="connsiteX28" fmla="*/ 430483 w 510964"/>
                <a:gd name="connsiteY28" fmla="*/ 110655 h 608344"/>
                <a:gd name="connsiteX29" fmla="*/ 430483 w 510964"/>
                <a:gd name="connsiteY29" fmla="*/ 165736 h 608344"/>
                <a:gd name="connsiteX30" fmla="*/ 436985 w 510964"/>
                <a:gd name="connsiteY30" fmla="*/ 176851 h 608344"/>
                <a:gd name="connsiteX31" fmla="*/ 431665 w 510964"/>
                <a:gd name="connsiteY31" fmla="*/ 186982 h 608344"/>
                <a:gd name="connsiteX32" fmla="*/ 439054 w 510964"/>
                <a:gd name="connsiteY32" fmla="*/ 227506 h 608344"/>
                <a:gd name="connsiteX33" fmla="*/ 408809 w 510964"/>
                <a:gd name="connsiteY33" fmla="*/ 227506 h 608344"/>
                <a:gd name="connsiteX34" fmla="*/ 416198 w 510964"/>
                <a:gd name="connsiteY34" fmla="*/ 186982 h 608344"/>
                <a:gd name="connsiteX35" fmla="*/ 410878 w 510964"/>
                <a:gd name="connsiteY35" fmla="*/ 176851 h 608344"/>
                <a:gd name="connsiteX36" fmla="*/ 417479 w 510964"/>
                <a:gd name="connsiteY36" fmla="*/ 165736 h 608344"/>
                <a:gd name="connsiteX37" fmla="*/ 417479 w 510964"/>
                <a:gd name="connsiteY37" fmla="*/ 116950 h 608344"/>
                <a:gd name="connsiteX38" fmla="*/ 376397 w 510964"/>
                <a:gd name="connsiteY38" fmla="*/ 136818 h 608344"/>
                <a:gd name="connsiteX39" fmla="*/ 375905 w 510964"/>
                <a:gd name="connsiteY39" fmla="*/ 157277 h 608344"/>
                <a:gd name="connsiteX40" fmla="*/ 369107 w 510964"/>
                <a:gd name="connsiteY40" fmla="*/ 201834 h 608344"/>
                <a:gd name="connsiteX41" fmla="*/ 379845 w 510964"/>
                <a:gd name="connsiteY41" fmla="*/ 226719 h 608344"/>
                <a:gd name="connsiteX42" fmla="*/ 379747 w 510964"/>
                <a:gd name="connsiteY42" fmla="*/ 227014 h 608344"/>
                <a:gd name="connsiteX43" fmla="*/ 379845 w 510964"/>
                <a:gd name="connsiteY43" fmla="*/ 228490 h 608344"/>
                <a:gd name="connsiteX44" fmla="*/ 351768 w 510964"/>
                <a:gd name="connsiteY44" fmla="*/ 279342 h 608344"/>
                <a:gd name="connsiteX45" fmla="*/ 291969 w 510964"/>
                <a:gd name="connsiteY45" fmla="*/ 351833 h 608344"/>
                <a:gd name="connsiteX46" fmla="*/ 255517 w 510964"/>
                <a:gd name="connsiteY46" fmla="*/ 360095 h 608344"/>
                <a:gd name="connsiteX47" fmla="*/ 219066 w 510964"/>
                <a:gd name="connsiteY47" fmla="*/ 351833 h 608344"/>
                <a:gd name="connsiteX48" fmla="*/ 159267 w 510964"/>
                <a:gd name="connsiteY48" fmla="*/ 279342 h 608344"/>
                <a:gd name="connsiteX49" fmla="*/ 131190 w 510964"/>
                <a:gd name="connsiteY49" fmla="*/ 228490 h 608344"/>
                <a:gd name="connsiteX50" fmla="*/ 131190 w 510964"/>
                <a:gd name="connsiteY50" fmla="*/ 227014 h 608344"/>
                <a:gd name="connsiteX51" fmla="*/ 131190 w 510964"/>
                <a:gd name="connsiteY51" fmla="*/ 226719 h 608344"/>
                <a:gd name="connsiteX52" fmla="*/ 141830 w 510964"/>
                <a:gd name="connsiteY52" fmla="*/ 201834 h 608344"/>
                <a:gd name="connsiteX53" fmla="*/ 135032 w 510964"/>
                <a:gd name="connsiteY53" fmla="*/ 157277 h 608344"/>
                <a:gd name="connsiteX54" fmla="*/ 134539 w 510964"/>
                <a:gd name="connsiteY54" fmla="*/ 136818 h 608344"/>
                <a:gd name="connsiteX55" fmla="*/ 70011 w 510964"/>
                <a:gd name="connsiteY55" fmla="*/ 105245 h 608344"/>
                <a:gd name="connsiteX56" fmla="*/ 64002 w 510964"/>
                <a:gd name="connsiteY56" fmla="*/ 96786 h 608344"/>
                <a:gd name="connsiteX57" fmla="*/ 72080 w 510964"/>
                <a:gd name="connsiteY57" fmla="*/ 87048 h 608344"/>
                <a:gd name="connsiteX58" fmla="*/ 243006 w 510964"/>
                <a:gd name="connsiteY58" fmla="*/ 3639 h 608344"/>
                <a:gd name="connsiteX59" fmla="*/ 255517 w 510964"/>
                <a:gd name="connsiteY59" fmla="*/ 0 h 60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10964" h="608344">
                  <a:moveTo>
                    <a:pt x="172784" y="386345"/>
                  </a:moveTo>
                  <a:cubicBezTo>
                    <a:pt x="177217" y="386345"/>
                    <a:pt x="180960" y="389001"/>
                    <a:pt x="182733" y="392738"/>
                  </a:cubicBezTo>
                  <a:cubicBezTo>
                    <a:pt x="200169" y="421853"/>
                    <a:pt x="232480" y="506640"/>
                    <a:pt x="255039" y="508213"/>
                  </a:cubicBezTo>
                  <a:cubicBezTo>
                    <a:pt x="255236" y="508213"/>
                    <a:pt x="255334" y="508115"/>
                    <a:pt x="255531" y="508115"/>
                  </a:cubicBezTo>
                  <a:cubicBezTo>
                    <a:pt x="255630" y="508115"/>
                    <a:pt x="255827" y="508213"/>
                    <a:pt x="255925" y="508213"/>
                  </a:cubicBezTo>
                  <a:cubicBezTo>
                    <a:pt x="278484" y="506640"/>
                    <a:pt x="310795" y="421853"/>
                    <a:pt x="328231" y="392738"/>
                  </a:cubicBezTo>
                  <a:cubicBezTo>
                    <a:pt x="330004" y="389001"/>
                    <a:pt x="333846" y="386345"/>
                    <a:pt x="338278" y="386345"/>
                  </a:cubicBezTo>
                  <a:cubicBezTo>
                    <a:pt x="340249" y="386345"/>
                    <a:pt x="342120" y="386935"/>
                    <a:pt x="343795" y="387820"/>
                  </a:cubicBezTo>
                  <a:cubicBezTo>
                    <a:pt x="350099" y="391263"/>
                    <a:pt x="386942" y="413197"/>
                    <a:pt x="408023" y="420771"/>
                  </a:cubicBezTo>
                  <a:cubicBezTo>
                    <a:pt x="479047" y="446345"/>
                    <a:pt x="510964" y="472410"/>
                    <a:pt x="510964" y="490213"/>
                  </a:cubicBezTo>
                  <a:lnTo>
                    <a:pt x="510964" y="491984"/>
                  </a:lnTo>
                  <a:lnTo>
                    <a:pt x="510964" y="606672"/>
                  </a:lnTo>
                  <a:lnTo>
                    <a:pt x="510964" y="608344"/>
                  </a:lnTo>
                  <a:lnTo>
                    <a:pt x="255925" y="608344"/>
                  </a:lnTo>
                  <a:lnTo>
                    <a:pt x="255531" y="608344"/>
                  </a:lnTo>
                  <a:lnTo>
                    <a:pt x="255039" y="608344"/>
                  </a:lnTo>
                  <a:lnTo>
                    <a:pt x="0" y="608344"/>
                  </a:lnTo>
                  <a:lnTo>
                    <a:pt x="0" y="606672"/>
                  </a:lnTo>
                  <a:lnTo>
                    <a:pt x="0" y="491984"/>
                  </a:lnTo>
                  <a:lnTo>
                    <a:pt x="0" y="490213"/>
                  </a:lnTo>
                  <a:cubicBezTo>
                    <a:pt x="0" y="472410"/>
                    <a:pt x="31917" y="446345"/>
                    <a:pt x="102941" y="420771"/>
                  </a:cubicBezTo>
                  <a:cubicBezTo>
                    <a:pt x="124121" y="413197"/>
                    <a:pt x="160865" y="391263"/>
                    <a:pt x="167169" y="387820"/>
                  </a:cubicBezTo>
                  <a:cubicBezTo>
                    <a:pt x="168844" y="386935"/>
                    <a:pt x="170715" y="386345"/>
                    <a:pt x="172784" y="386345"/>
                  </a:cubicBezTo>
                  <a:close/>
                  <a:moveTo>
                    <a:pt x="255517" y="0"/>
                  </a:moveTo>
                  <a:cubicBezTo>
                    <a:pt x="258966" y="295"/>
                    <a:pt x="263005" y="1279"/>
                    <a:pt x="267931" y="3639"/>
                  </a:cubicBezTo>
                  <a:cubicBezTo>
                    <a:pt x="279260" y="9049"/>
                    <a:pt x="393933" y="65016"/>
                    <a:pt x="438857" y="87048"/>
                  </a:cubicBezTo>
                  <a:cubicBezTo>
                    <a:pt x="445162" y="90098"/>
                    <a:pt x="447526" y="93540"/>
                    <a:pt x="446935" y="96786"/>
                  </a:cubicBezTo>
                  <a:cubicBezTo>
                    <a:pt x="447427" y="99933"/>
                    <a:pt x="445162" y="102884"/>
                    <a:pt x="441024" y="105245"/>
                  </a:cubicBezTo>
                  <a:cubicBezTo>
                    <a:pt x="439448" y="106130"/>
                    <a:pt x="435605" y="108097"/>
                    <a:pt x="430483" y="110655"/>
                  </a:cubicBezTo>
                  <a:lnTo>
                    <a:pt x="430483" y="165736"/>
                  </a:lnTo>
                  <a:cubicBezTo>
                    <a:pt x="434325" y="167998"/>
                    <a:pt x="436985" y="172031"/>
                    <a:pt x="436985" y="176851"/>
                  </a:cubicBezTo>
                  <a:cubicBezTo>
                    <a:pt x="436985" y="181080"/>
                    <a:pt x="434817" y="184621"/>
                    <a:pt x="431665" y="186982"/>
                  </a:cubicBezTo>
                  <a:cubicBezTo>
                    <a:pt x="431665" y="186982"/>
                    <a:pt x="437576" y="220129"/>
                    <a:pt x="439054" y="227506"/>
                  </a:cubicBezTo>
                  <a:cubicBezTo>
                    <a:pt x="440630" y="234883"/>
                    <a:pt x="407036" y="236654"/>
                    <a:pt x="408809" y="227506"/>
                  </a:cubicBezTo>
                  <a:cubicBezTo>
                    <a:pt x="410582" y="218260"/>
                    <a:pt x="416198" y="186982"/>
                    <a:pt x="416198" y="186982"/>
                  </a:cubicBezTo>
                  <a:cubicBezTo>
                    <a:pt x="413045" y="184621"/>
                    <a:pt x="410878" y="181080"/>
                    <a:pt x="410878" y="176851"/>
                  </a:cubicBezTo>
                  <a:cubicBezTo>
                    <a:pt x="410878" y="172031"/>
                    <a:pt x="413636" y="167998"/>
                    <a:pt x="417479" y="165736"/>
                  </a:cubicBezTo>
                  <a:lnTo>
                    <a:pt x="417479" y="116950"/>
                  </a:lnTo>
                  <a:cubicBezTo>
                    <a:pt x="403588" y="123737"/>
                    <a:pt x="386938" y="131802"/>
                    <a:pt x="376397" y="136818"/>
                  </a:cubicBezTo>
                  <a:cubicBezTo>
                    <a:pt x="376299" y="144294"/>
                    <a:pt x="376200" y="157080"/>
                    <a:pt x="375905" y="157277"/>
                  </a:cubicBezTo>
                  <a:cubicBezTo>
                    <a:pt x="373836" y="175670"/>
                    <a:pt x="370191" y="196031"/>
                    <a:pt x="369107" y="201834"/>
                  </a:cubicBezTo>
                  <a:cubicBezTo>
                    <a:pt x="370880" y="202719"/>
                    <a:pt x="379845" y="208621"/>
                    <a:pt x="379845" y="226719"/>
                  </a:cubicBezTo>
                  <a:cubicBezTo>
                    <a:pt x="379845" y="226818"/>
                    <a:pt x="379747" y="226916"/>
                    <a:pt x="379747" y="227014"/>
                  </a:cubicBezTo>
                  <a:cubicBezTo>
                    <a:pt x="379845" y="227506"/>
                    <a:pt x="379845" y="227998"/>
                    <a:pt x="379845" y="228490"/>
                  </a:cubicBezTo>
                  <a:cubicBezTo>
                    <a:pt x="376003" y="278948"/>
                    <a:pt x="355906" y="257211"/>
                    <a:pt x="351768" y="279342"/>
                  </a:cubicBezTo>
                  <a:cubicBezTo>
                    <a:pt x="344872" y="316030"/>
                    <a:pt x="312263" y="342587"/>
                    <a:pt x="291969" y="351833"/>
                  </a:cubicBezTo>
                  <a:cubicBezTo>
                    <a:pt x="280245" y="357144"/>
                    <a:pt x="268128" y="359800"/>
                    <a:pt x="255517" y="360095"/>
                  </a:cubicBezTo>
                  <a:cubicBezTo>
                    <a:pt x="242809" y="359800"/>
                    <a:pt x="230790" y="357144"/>
                    <a:pt x="219066" y="351833"/>
                  </a:cubicBezTo>
                  <a:cubicBezTo>
                    <a:pt x="198772" y="342587"/>
                    <a:pt x="166163" y="316030"/>
                    <a:pt x="159267" y="279342"/>
                  </a:cubicBezTo>
                  <a:cubicBezTo>
                    <a:pt x="155129" y="257211"/>
                    <a:pt x="135032" y="278948"/>
                    <a:pt x="131190" y="228490"/>
                  </a:cubicBezTo>
                  <a:cubicBezTo>
                    <a:pt x="131190" y="227998"/>
                    <a:pt x="131190" y="227506"/>
                    <a:pt x="131190" y="227014"/>
                  </a:cubicBezTo>
                  <a:cubicBezTo>
                    <a:pt x="131190" y="226916"/>
                    <a:pt x="131190" y="226818"/>
                    <a:pt x="131190" y="226719"/>
                  </a:cubicBezTo>
                  <a:cubicBezTo>
                    <a:pt x="131190" y="208621"/>
                    <a:pt x="140056" y="202719"/>
                    <a:pt x="141830" y="201834"/>
                  </a:cubicBezTo>
                  <a:cubicBezTo>
                    <a:pt x="140844" y="196031"/>
                    <a:pt x="137199" y="175670"/>
                    <a:pt x="135032" y="157277"/>
                  </a:cubicBezTo>
                  <a:cubicBezTo>
                    <a:pt x="134835" y="157080"/>
                    <a:pt x="134638" y="144294"/>
                    <a:pt x="134539" y="136818"/>
                  </a:cubicBezTo>
                  <a:cubicBezTo>
                    <a:pt x="115427" y="127671"/>
                    <a:pt x="75824" y="108589"/>
                    <a:pt x="70011" y="105245"/>
                  </a:cubicBezTo>
                  <a:cubicBezTo>
                    <a:pt x="65775" y="102884"/>
                    <a:pt x="63608" y="99933"/>
                    <a:pt x="64002" y="96786"/>
                  </a:cubicBezTo>
                  <a:cubicBezTo>
                    <a:pt x="63509" y="93540"/>
                    <a:pt x="65775" y="90098"/>
                    <a:pt x="72080" y="87048"/>
                  </a:cubicBezTo>
                  <a:cubicBezTo>
                    <a:pt x="117102" y="65016"/>
                    <a:pt x="231677" y="9049"/>
                    <a:pt x="243006" y="3639"/>
                  </a:cubicBezTo>
                  <a:cubicBezTo>
                    <a:pt x="247932" y="1279"/>
                    <a:pt x="252069" y="295"/>
                    <a:pt x="255517"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cs typeface="+mn-ea"/>
              </a:endParaRPr>
            </a:p>
          </p:txBody>
        </p:sp>
      </p:grpSp>
      <p:sp>
        <p:nvSpPr>
          <p:cNvPr id="38" name="文本框 37"/>
          <p:cNvSpPr txBox="1"/>
          <p:nvPr/>
        </p:nvSpPr>
        <p:spPr>
          <a:xfrm>
            <a:off x="4392930" y="4374515"/>
            <a:ext cx="6096000" cy="398780"/>
          </a:xfrm>
          <a:prstGeom prst="rect">
            <a:avLst/>
          </a:prstGeom>
          <a:noFill/>
        </p:spPr>
        <p:txBody>
          <a:bodyPr wrap="square" rtlCol="0" anchor="t">
            <a:spAutoFit/>
          </a:bodyPr>
          <a:lstStyle/>
          <a:p>
            <a:r>
              <a:rPr lang="en-US" sz="2000" dirty="0">
                <a:sym typeface="+mn-ea"/>
              </a:rPr>
              <a:t>Essex</a:t>
            </a:r>
            <a:r>
              <a:rPr lang="zh-CN" altLang="en-US" sz="2000" dirty="0">
                <a:sym typeface="+mn-ea"/>
              </a:rPr>
              <a:t>大学荣誉高级讲师</a:t>
            </a:r>
            <a:endParaRPr lang="zh-CN" altLang="en-US" sz="2000" dirty="0">
              <a:sym typeface="+mn-ea"/>
            </a:endParaRPr>
          </a:p>
        </p:txBody>
      </p:sp>
      <p:grpSp>
        <p:nvGrpSpPr>
          <p:cNvPr id="39" name="Group 48"/>
          <p:cNvGrpSpPr/>
          <p:nvPr/>
        </p:nvGrpSpPr>
        <p:grpSpPr>
          <a:xfrm>
            <a:off x="3805139" y="4900140"/>
            <a:ext cx="409972" cy="409972"/>
            <a:chOff x="669869" y="597304"/>
            <a:chExt cx="409972" cy="409972"/>
          </a:xfrm>
        </p:grpSpPr>
        <p:sp>
          <p:nvSpPr>
            <p:cNvPr id="40" name="íṥļîḓê"/>
            <p:cNvSpPr/>
            <p:nvPr/>
          </p:nvSpPr>
          <p:spPr>
            <a:xfrm>
              <a:off x="669869" y="597304"/>
              <a:ext cx="409972" cy="409972"/>
            </a:xfrm>
            <a:prstGeom prst="ellipse">
              <a:avLst/>
            </a:prstGeom>
            <a:noFill/>
            <a:ln w="127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41" name="íṥlíḓê"/>
            <p:cNvSpPr/>
            <p:nvPr/>
          </p:nvSpPr>
          <p:spPr>
            <a:xfrm>
              <a:off x="707772" y="635207"/>
              <a:ext cx="334166" cy="334166"/>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42" name="ïśļiḑé"/>
            <p:cNvSpPr/>
            <p:nvPr/>
          </p:nvSpPr>
          <p:spPr>
            <a:xfrm>
              <a:off x="788539" y="699525"/>
              <a:ext cx="172630" cy="205530"/>
            </a:xfrm>
            <a:custGeom>
              <a:avLst/>
              <a:gdLst>
                <a:gd name="connsiteX0" fmla="*/ 172784 w 510964"/>
                <a:gd name="connsiteY0" fmla="*/ 386345 h 608344"/>
                <a:gd name="connsiteX1" fmla="*/ 182733 w 510964"/>
                <a:gd name="connsiteY1" fmla="*/ 392738 h 608344"/>
                <a:gd name="connsiteX2" fmla="*/ 255039 w 510964"/>
                <a:gd name="connsiteY2" fmla="*/ 508213 h 608344"/>
                <a:gd name="connsiteX3" fmla="*/ 255531 w 510964"/>
                <a:gd name="connsiteY3" fmla="*/ 508115 h 608344"/>
                <a:gd name="connsiteX4" fmla="*/ 255925 w 510964"/>
                <a:gd name="connsiteY4" fmla="*/ 508213 h 608344"/>
                <a:gd name="connsiteX5" fmla="*/ 328231 w 510964"/>
                <a:gd name="connsiteY5" fmla="*/ 392738 h 608344"/>
                <a:gd name="connsiteX6" fmla="*/ 338278 w 510964"/>
                <a:gd name="connsiteY6" fmla="*/ 386345 h 608344"/>
                <a:gd name="connsiteX7" fmla="*/ 343795 w 510964"/>
                <a:gd name="connsiteY7" fmla="*/ 387820 h 608344"/>
                <a:gd name="connsiteX8" fmla="*/ 408023 w 510964"/>
                <a:gd name="connsiteY8" fmla="*/ 420771 h 608344"/>
                <a:gd name="connsiteX9" fmla="*/ 510964 w 510964"/>
                <a:gd name="connsiteY9" fmla="*/ 490213 h 608344"/>
                <a:gd name="connsiteX10" fmla="*/ 510964 w 510964"/>
                <a:gd name="connsiteY10" fmla="*/ 491984 h 608344"/>
                <a:gd name="connsiteX11" fmla="*/ 510964 w 510964"/>
                <a:gd name="connsiteY11" fmla="*/ 606672 h 608344"/>
                <a:gd name="connsiteX12" fmla="*/ 510964 w 510964"/>
                <a:gd name="connsiteY12" fmla="*/ 608344 h 608344"/>
                <a:gd name="connsiteX13" fmla="*/ 255925 w 510964"/>
                <a:gd name="connsiteY13" fmla="*/ 608344 h 608344"/>
                <a:gd name="connsiteX14" fmla="*/ 255531 w 510964"/>
                <a:gd name="connsiteY14" fmla="*/ 608344 h 608344"/>
                <a:gd name="connsiteX15" fmla="*/ 255039 w 510964"/>
                <a:gd name="connsiteY15" fmla="*/ 608344 h 608344"/>
                <a:gd name="connsiteX16" fmla="*/ 0 w 510964"/>
                <a:gd name="connsiteY16" fmla="*/ 608344 h 608344"/>
                <a:gd name="connsiteX17" fmla="*/ 0 w 510964"/>
                <a:gd name="connsiteY17" fmla="*/ 606672 h 608344"/>
                <a:gd name="connsiteX18" fmla="*/ 0 w 510964"/>
                <a:gd name="connsiteY18" fmla="*/ 491984 h 608344"/>
                <a:gd name="connsiteX19" fmla="*/ 0 w 510964"/>
                <a:gd name="connsiteY19" fmla="*/ 490213 h 608344"/>
                <a:gd name="connsiteX20" fmla="*/ 102941 w 510964"/>
                <a:gd name="connsiteY20" fmla="*/ 420771 h 608344"/>
                <a:gd name="connsiteX21" fmla="*/ 167169 w 510964"/>
                <a:gd name="connsiteY21" fmla="*/ 387820 h 608344"/>
                <a:gd name="connsiteX22" fmla="*/ 172784 w 510964"/>
                <a:gd name="connsiteY22" fmla="*/ 386345 h 608344"/>
                <a:gd name="connsiteX23" fmla="*/ 255517 w 510964"/>
                <a:gd name="connsiteY23" fmla="*/ 0 h 608344"/>
                <a:gd name="connsiteX24" fmla="*/ 267931 w 510964"/>
                <a:gd name="connsiteY24" fmla="*/ 3639 h 608344"/>
                <a:gd name="connsiteX25" fmla="*/ 438857 w 510964"/>
                <a:gd name="connsiteY25" fmla="*/ 87048 h 608344"/>
                <a:gd name="connsiteX26" fmla="*/ 446935 w 510964"/>
                <a:gd name="connsiteY26" fmla="*/ 96786 h 608344"/>
                <a:gd name="connsiteX27" fmla="*/ 441024 w 510964"/>
                <a:gd name="connsiteY27" fmla="*/ 105245 h 608344"/>
                <a:gd name="connsiteX28" fmla="*/ 430483 w 510964"/>
                <a:gd name="connsiteY28" fmla="*/ 110655 h 608344"/>
                <a:gd name="connsiteX29" fmla="*/ 430483 w 510964"/>
                <a:gd name="connsiteY29" fmla="*/ 165736 h 608344"/>
                <a:gd name="connsiteX30" fmla="*/ 436985 w 510964"/>
                <a:gd name="connsiteY30" fmla="*/ 176851 h 608344"/>
                <a:gd name="connsiteX31" fmla="*/ 431665 w 510964"/>
                <a:gd name="connsiteY31" fmla="*/ 186982 h 608344"/>
                <a:gd name="connsiteX32" fmla="*/ 439054 w 510964"/>
                <a:gd name="connsiteY32" fmla="*/ 227506 h 608344"/>
                <a:gd name="connsiteX33" fmla="*/ 408809 w 510964"/>
                <a:gd name="connsiteY33" fmla="*/ 227506 h 608344"/>
                <a:gd name="connsiteX34" fmla="*/ 416198 w 510964"/>
                <a:gd name="connsiteY34" fmla="*/ 186982 h 608344"/>
                <a:gd name="connsiteX35" fmla="*/ 410878 w 510964"/>
                <a:gd name="connsiteY35" fmla="*/ 176851 h 608344"/>
                <a:gd name="connsiteX36" fmla="*/ 417479 w 510964"/>
                <a:gd name="connsiteY36" fmla="*/ 165736 h 608344"/>
                <a:gd name="connsiteX37" fmla="*/ 417479 w 510964"/>
                <a:gd name="connsiteY37" fmla="*/ 116950 h 608344"/>
                <a:gd name="connsiteX38" fmla="*/ 376397 w 510964"/>
                <a:gd name="connsiteY38" fmla="*/ 136818 h 608344"/>
                <a:gd name="connsiteX39" fmla="*/ 375905 w 510964"/>
                <a:gd name="connsiteY39" fmla="*/ 157277 h 608344"/>
                <a:gd name="connsiteX40" fmla="*/ 369107 w 510964"/>
                <a:gd name="connsiteY40" fmla="*/ 201834 h 608344"/>
                <a:gd name="connsiteX41" fmla="*/ 379845 w 510964"/>
                <a:gd name="connsiteY41" fmla="*/ 226719 h 608344"/>
                <a:gd name="connsiteX42" fmla="*/ 379747 w 510964"/>
                <a:gd name="connsiteY42" fmla="*/ 227014 h 608344"/>
                <a:gd name="connsiteX43" fmla="*/ 379845 w 510964"/>
                <a:gd name="connsiteY43" fmla="*/ 228490 h 608344"/>
                <a:gd name="connsiteX44" fmla="*/ 351768 w 510964"/>
                <a:gd name="connsiteY44" fmla="*/ 279342 h 608344"/>
                <a:gd name="connsiteX45" fmla="*/ 291969 w 510964"/>
                <a:gd name="connsiteY45" fmla="*/ 351833 h 608344"/>
                <a:gd name="connsiteX46" fmla="*/ 255517 w 510964"/>
                <a:gd name="connsiteY46" fmla="*/ 360095 h 608344"/>
                <a:gd name="connsiteX47" fmla="*/ 219066 w 510964"/>
                <a:gd name="connsiteY47" fmla="*/ 351833 h 608344"/>
                <a:gd name="connsiteX48" fmla="*/ 159267 w 510964"/>
                <a:gd name="connsiteY48" fmla="*/ 279342 h 608344"/>
                <a:gd name="connsiteX49" fmla="*/ 131190 w 510964"/>
                <a:gd name="connsiteY49" fmla="*/ 228490 h 608344"/>
                <a:gd name="connsiteX50" fmla="*/ 131190 w 510964"/>
                <a:gd name="connsiteY50" fmla="*/ 227014 h 608344"/>
                <a:gd name="connsiteX51" fmla="*/ 131190 w 510964"/>
                <a:gd name="connsiteY51" fmla="*/ 226719 h 608344"/>
                <a:gd name="connsiteX52" fmla="*/ 141830 w 510964"/>
                <a:gd name="connsiteY52" fmla="*/ 201834 h 608344"/>
                <a:gd name="connsiteX53" fmla="*/ 135032 w 510964"/>
                <a:gd name="connsiteY53" fmla="*/ 157277 h 608344"/>
                <a:gd name="connsiteX54" fmla="*/ 134539 w 510964"/>
                <a:gd name="connsiteY54" fmla="*/ 136818 h 608344"/>
                <a:gd name="connsiteX55" fmla="*/ 70011 w 510964"/>
                <a:gd name="connsiteY55" fmla="*/ 105245 h 608344"/>
                <a:gd name="connsiteX56" fmla="*/ 64002 w 510964"/>
                <a:gd name="connsiteY56" fmla="*/ 96786 h 608344"/>
                <a:gd name="connsiteX57" fmla="*/ 72080 w 510964"/>
                <a:gd name="connsiteY57" fmla="*/ 87048 h 608344"/>
                <a:gd name="connsiteX58" fmla="*/ 243006 w 510964"/>
                <a:gd name="connsiteY58" fmla="*/ 3639 h 608344"/>
                <a:gd name="connsiteX59" fmla="*/ 255517 w 510964"/>
                <a:gd name="connsiteY59" fmla="*/ 0 h 60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10964" h="608344">
                  <a:moveTo>
                    <a:pt x="172784" y="386345"/>
                  </a:moveTo>
                  <a:cubicBezTo>
                    <a:pt x="177217" y="386345"/>
                    <a:pt x="180960" y="389001"/>
                    <a:pt x="182733" y="392738"/>
                  </a:cubicBezTo>
                  <a:cubicBezTo>
                    <a:pt x="200169" y="421853"/>
                    <a:pt x="232480" y="506640"/>
                    <a:pt x="255039" y="508213"/>
                  </a:cubicBezTo>
                  <a:cubicBezTo>
                    <a:pt x="255236" y="508213"/>
                    <a:pt x="255334" y="508115"/>
                    <a:pt x="255531" y="508115"/>
                  </a:cubicBezTo>
                  <a:cubicBezTo>
                    <a:pt x="255630" y="508115"/>
                    <a:pt x="255827" y="508213"/>
                    <a:pt x="255925" y="508213"/>
                  </a:cubicBezTo>
                  <a:cubicBezTo>
                    <a:pt x="278484" y="506640"/>
                    <a:pt x="310795" y="421853"/>
                    <a:pt x="328231" y="392738"/>
                  </a:cubicBezTo>
                  <a:cubicBezTo>
                    <a:pt x="330004" y="389001"/>
                    <a:pt x="333846" y="386345"/>
                    <a:pt x="338278" y="386345"/>
                  </a:cubicBezTo>
                  <a:cubicBezTo>
                    <a:pt x="340249" y="386345"/>
                    <a:pt x="342120" y="386935"/>
                    <a:pt x="343795" y="387820"/>
                  </a:cubicBezTo>
                  <a:cubicBezTo>
                    <a:pt x="350099" y="391263"/>
                    <a:pt x="386942" y="413197"/>
                    <a:pt x="408023" y="420771"/>
                  </a:cubicBezTo>
                  <a:cubicBezTo>
                    <a:pt x="479047" y="446345"/>
                    <a:pt x="510964" y="472410"/>
                    <a:pt x="510964" y="490213"/>
                  </a:cubicBezTo>
                  <a:lnTo>
                    <a:pt x="510964" y="491984"/>
                  </a:lnTo>
                  <a:lnTo>
                    <a:pt x="510964" y="606672"/>
                  </a:lnTo>
                  <a:lnTo>
                    <a:pt x="510964" y="608344"/>
                  </a:lnTo>
                  <a:lnTo>
                    <a:pt x="255925" y="608344"/>
                  </a:lnTo>
                  <a:lnTo>
                    <a:pt x="255531" y="608344"/>
                  </a:lnTo>
                  <a:lnTo>
                    <a:pt x="255039" y="608344"/>
                  </a:lnTo>
                  <a:lnTo>
                    <a:pt x="0" y="608344"/>
                  </a:lnTo>
                  <a:lnTo>
                    <a:pt x="0" y="606672"/>
                  </a:lnTo>
                  <a:lnTo>
                    <a:pt x="0" y="491984"/>
                  </a:lnTo>
                  <a:lnTo>
                    <a:pt x="0" y="490213"/>
                  </a:lnTo>
                  <a:cubicBezTo>
                    <a:pt x="0" y="472410"/>
                    <a:pt x="31917" y="446345"/>
                    <a:pt x="102941" y="420771"/>
                  </a:cubicBezTo>
                  <a:cubicBezTo>
                    <a:pt x="124121" y="413197"/>
                    <a:pt x="160865" y="391263"/>
                    <a:pt x="167169" y="387820"/>
                  </a:cubicBezTo>
                  <a:cubicBezTo>
                    <a:pt x="168844" y="386935"/>
                    <a:pt x="170715" y="386345"/>
                    <a:pt x="172784" y="386345"/>
                  </a:cubicBezTo>
                  <a:close/>
                  <a:moveTo>
                    <a:pt x="255517" y="0"/>
                  </a:moveTo>
                  <a:cubicBezTo>
                    <a:pt x="258966" y="295"/>
                    <a:pt x="263005" y="1279"/>
                    <a:pt x="267931" y="3639"/>
                  </a:cubicBezTo>
                  <a:cubicBezTo>
                    <a:pt x="279260" y="9049"/>
                    <a:pt x="393933" y="65016"/>
                    <a:pt x="438857" y="87048"/>
                  </a:cubicBezTo>
                  <a:cubicBezTo>
                    <a:pt x="445162" y="90098"/>
                    <a:pt x="447526" y="93540"/>
                    <a:pt x="446935" y="96786"/>
                  </a:cubicBezTo>
                  <a:cubicBezTo>
                    <a:pt x="447427" y="99933"/>
                    <a:pt x="445162" y="102884"/>
                    <a:pt x="441024" y="105245"/>
                  </a:cubicBezTo>
                  <a:cubicBezTo>
                    <a:pt x="439448" y="106130"/>
                    <a:pt x="435605" y="108097"/>
                    <a:pt x="430483" y="110655"/>
                  </a:cubicBezTo>
                  <a:lnTo>
                    <a:pt x="430483" y="165736"/>
                  </a:lnTo>
                  <a:cubicBezTo>
                    <a:pt x="434325" y="167998"/>
                    <a:pt x="436985" y="172031"/>
                    <a:pt x="436985" y="176851"/>
                  </a:cubicBezTo>
                  <a:cubicBezTo>
                    <a:pt x="436985" y="181080"/>
                    <a:pt x="434817" y="184621"/>
                    <a:pt x="431665" y="186982"/>
                  </a:cubicBezTo>
                  <a:cubicBezTo>
                    <a:pt x="431665" y="186982"/>
                    <a:pt x="437576" y="220129"/>
                    <a:pt x="439054" y="227506"/>
                  </a:cubicBezTo>
                  <a:cubicBezTo>
                    <a:pt x="440630" y="234883"/>
                    <a:pt x="407036" y="236654"/>
                    <a:pt x="408809" y="227506"/>
                  </a:cubicBezTo>
                  <a:cubicBezTo>
                    <a:pt x="410582" y="218260"/>
                    <a:pt x="416198" y="186982"/>
                    <a:pt x="416198" y="186982"/>
                  </a:cubicBezTo>
                  <a:cubicBezTo>
                    <a:pt x="413045" y="184621"/>
                    <a:pt x="410878" y="181080"/>
                    <a:pt x="410878" y="176851"/>
                  </a:cubicBezTo>
                  <a:cubicBezTo>
                    <a:pt x="410878" y="172031"/>
                    <a:pt x="413636" y="167998"/>
                    <a:pt x="417479" y="165736"/>
                  </a:cubicBezTo>
                  <a:lnTo>
                    <a:pt x="417479" y="116950"/>
                  </a:lnTo>
                  <a:cubicBezTo>
                    <a:pt x="403588" y="123737"/>
                    <a:pt x="386938" y="131802"/>
                    <a:pt x="376397" y="136818"/>
                  </a:cubicBezTo>
                  <a:cubicBezTo>
                    <a:pt x="376299" y="144294"/>
                    <a:pt x="376200" y="157080"/>
                    <a:pt x="375905" y="157277"/>
                  </a:cubicBezTo>
                  <a:cubicBezTo>
                    <a:pt x="373836" y="175670"/>
                    <a:pt x="370191" y="196031"/>
                    <a:pt x="369107" y="201834"/>
                  </a:cubicBezTo>
                  <a:cubicBezTo>
                    <a:pt x="370880" y="202719"/>
                    <a:pt x="379845" y="208621"/>
                    <a:pt x="379845" y="226719"/>
                  </a:cubicBezTo>
                  <a:cubicBezTo>
                    <a:pt x="379845" y="226818"/>
                    <a:pt x="379747" y="226916"/>
                    <a:pt x="379747" y="227014"/>
                  </a:cubicBezTo>
                  <a:cubicBezTo>
                    <a:pt x="379845" y="227506"/>
                    <a:pt x="379845" y="227998"/>
                    <a:pt x="379845" y="228490"/>
                  </a:cubicBezTo>
                  <a:cubicBezTo>
                    <a:pt x="376003" y="278948"/>
                    <a:pt x="355906" y="257211"/>
                    <a:pt x="351768" y="279342"/>
                  </a:cubicBezTo>
                  <a:cubicBezTo>
                    <a:pt x="344872" y="316030"/>
                    <a:pt x="312263" y="342587"/>
                    <a:pt x="291969" y="351833"/>
                  </a:cubicBezTo>
                  <a:cubicBezTo>
                    <a:pt x="280245" y="357144"/>
                    <a:pt x="268128" y="359800"/>
                    <a:pt x="255517" y="360095"/>
                  </a:cubicBezTo>
                  <a:cubicBezTo>
                    <a:pt x="242809" y="359800"/>
                    <a:pt x="230790" y="357144"/>
                    <a:pt x="219066" y="351833"/>
                  </a:cubicBezTo>
                  <a:cubicBezTo>
                    <a:pt x="198772" y="342587"/>
                    <a:pt x="166163" y="316030"/>
                    <a:pt x="159267" y="279342"/>
                  </a:cubicBezTo>
                  <a:cubicBezTo>
                    <a:pt x="155129" y="257211"/>
                    <a:pt x="135032" y="278948"/>
                    <a:pt x="131190" y="228490"/>
                  </a:cubicBezTo>
                  <a:cubicBezTo>
                    <a:pt x="131190" y="227998"/>
                    <a:pt x="131190" y="227506"/>
                    <a:pt x="131190" y="227014"/>
                  </a:cubicBezTo>
                  <a:cubicBezTo>
                    <a:pt x="131190" y="226916"/>
                    <a:pt x="131190" y="226818"/>
                    <a:pt x="131190" y="226719"/>
                  </a:cubicBezTo>
                  <a:cubicBezTo>
                    <a:pt x="131190" y="208621"/>
                    <a:pt x="140056" y="202719"/>
                    <a:pt x="141830" y="201834"/>
                  </a:cubicBezTo>
                  <a:cubicBezTo>
                    <a:pt x="140844" y="196031"/>
                    <a:pt x="137199" y="175670"/>
                    <a:pt x="135032" y="157277"/>
                  </a:cubicBezTo>
                  <a:cubicBezTo>
                    <a:pt x="134835" y="157080"/>
                    <a:pt x="134638" y="144294"/>
                    <a:pt x="134539" y="136818"/>
                  </a:cubicBezTo>
                  <a:cubicBezTo>
                    <a:pt x="115427" y="127671"/>
                    <a:pt x="75824" y="108589"/>
                    <a:pt x="70011" y="105245"/>
                  </a:cubicBezTo>
                  <a:cubicBezTo>
                    <a:pt x="65775" y="102884"/>
                    <a:pt x="63608" y="99933"/>
                    <a:pt x="64002" y="96786"/>
                  </a:cubicBezTo>
                  <a:cubicBezTo>
                    <a:pt x="63509" y="93540"/>
                    <a:pt x="65775" y="90098"/>
                    <a:pt x="72080" y="87048"/>
                  </a:cubicBezTo>
                  <a:cubicBezTo>
                    <a:pt x="117102" y="65016"/>
                    <a:pt x="231677" y="9049"/>
                    <a:pt x="243006" y="3639"/>
                  </a:cubicBezTo>
                  <a:cubicBezTo>
                    <a:pt x="247932" y="1279"/>
                    <a:pt x="252069" y="295"/>
                    <a:pt x="255517"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cs typeface="+mn-ea"/>
              </a:endParaRPr>
            </a:p>
          </p:txBody>
        </p:sp>
      </p:grpSp>
      <p:sp>
        <p:nvSpPr>
          <p:cNvPr id="43" name="文本框 42"/>
          <p:cNvSpPr txBox="1"/>
          <p:nvPr/>
        </p:nvSpPr>
        <p:spPr>
          <a:xfrm>
            <a:off x="4392930" y="4912360"/>
            <a:ext cx="6096000" cy="398780"/>
          </a:xfrm>
          <a:prstGeom prst="rect">
            <a:avLst/>
          </a:prstGeom>
          <a:noFill/>
        </p:spPr>
        <p:txBody>
          <a:bodyPr wrap="square" rtlCol="0" anchor="t">
            <a:spAutoFit/>
          </a:bodyPr>
          <a:lstStyle/>
          <a:p>
            <a:r>
              <a:rPr lang="zh-CN" altLang="en-US" sz="2000" dirty="0">
                <a:sym typeface="+mn-ea"/>
              </a:rPr>
              <a:t>小米青年学者</a:t>
            </a:r>
            <a:endParaRPr lang="zh-CN" altLang="en-US" sz="2000" dirty="0">
              <a:sym typeface="+mn-ea"/>
            </a:endParaRPr>
          </a:p>
        </p:txBody>
      </p:sp>
      <p:sp>
        <p:nvSpPr>
          <p:cNvPr id="45" name="文本框 44"/>
          <p:cNvSpPr txBox="1"/>
          <p:nvPr/>
        </p:nvSpPr>
        <p:spPr>
          <a:xfrm>
            <a:off x="3473450" y="1494790"/>
            <a:ext cx="2975610" cy="922020"/>
          </a:xfrm>
          <a:prstGeom prst="rect">
            <a:avLst/>
          </a:prstGeom>
          <a:noFill/>
        </p:spPr>
        <p:txBody>
          <a:bodyPr wrap="square" rtlCol="0">
            <a:spAutoFit/>
          </a:bodyPr>
          <a:lstStyle/>
          <a:p>
            <a:endParaRPr lang="zh-CN" altLang="en-US" sz="5400">
              <a:gradFill>
                <a:gsLst>
                  <a:gs pos="50000">
                    <a:schemeClr val="accent1"/>
                  </a:gs>
                  <a:gs pos="0">
                    <a:schemeClr val="accent1">
                      <a:lumMod val="25000"/>
                      <a:lumOff val="75000"/>
                    </a:schemeClr>
                  </a:gs>
                  <a:gs pos="100000">
                    <a:schemeClr val="accent1">
                      <a:lumMod val="85000"/>
                    </a:schemeClr>
                  </a:gs>
                </a:gsLst>
                <a:lin ang="5400000" scaled="1"/>
              </a:gradFill>
              <a:effectLst>
                <a:reflection blurRad="6350" stA="53000" endA="300" endPos="35500" dir="5400000" sy="-90000" algn="bl" rotWithShape="0"/>
              </a:effectLst>
              <a:latin typeface="华文行楷" panose="02010800040101010101" charset="-122"/>
              <a:ea typeface="华文行楷" panose="02010800040101010101" charset="-122"/>
            </a:endParaRPr>
          </a:p>
        </p:txBody>
      </p:sp>
      <p:sp>
        <p:nvSpPr>
          <p:cNvPr id="57" name="矩形 56"/>
          <p:cNvSpPr/>
          <p:nvPr>
            <p:custDataLst>
              <p:tags r:id="rId1"/>
            </p:custDataLst>
          </p:nvPr>
        </p:nvSpPr>
        <p:spPr>
          <a:xfrm>
            <a:off x="4201795" y="2305072"/>
            <a:ext cx="2539790" cy="215360"/>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dirty="0"/>
              <a:t>项目团队成员</a:t>
            </a:r>
            <a:endParaRPr lang="en-US" altLang="zh-CN" dirty="0"/>
          </a:p>
        </p:txBody>
      </p:sp>
      <p:sp>
        <p:nvSpPr>
          <p:cNvPr id="4" name="日期占位符 3"/>
          <p:cNvSpPr>
            <a:spLocks noGrp="1"/>
          </p:cNvSpPr>
          <p:nvPr>
            <p:ph type="dt" sz="half" idx="26"/>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38" name="文本占位符 37"/>
          <p:cNvSpPr>
            <a:spLocks noGrp="1"/>
          </p:cNvSpPr>
          <p:nvPr>
            <p:ph type="body" sz="quarter" idx="22"/>
          </p:nvPr>
        </p:nvSpPr>
        <p:spPr>
          <a:xfrm>
            <a:off x="1326515" y="5079365"/>
            <a:ext cx="2123440" cy="846455"/>
          </a:xfrm>
          <a:noFill/>
        </p:spPr>
        <p:style>
          <a:lnRef idx="0">
            <a:srgbClr val="FFFFFF"/>
          </a:lnRef>
          <a:fillRef idx="1">
            <a:schemeClr val="accent1"/>
          </a:fillRef>
          <a:effectRef idx="1">
            <a:schemeClr val="accent1"/>
          </a:effectRef>
          <a:fontRef idx="minor">
            <a:schemeClr val="lt1"/>
          </a:fontRef>
        </p:style>
        <p:txBody>
          <a:bodyPr>
            <a:noAutofit/>
          </a:bodyPr>
          <a:lstStyle/>
          <a:p>
            <a:r>
              <a:rPr lang="zh-CN" altLang="en-US" b="1" dirty="0">
                <a:ln w="15875"/>
                <a:gradFill>
                  <a:gsLst>
                    <a:gs pos="50000">
                      <a:schemeClr val="tx1"/>
                    </a:gs>
                    <a:gs pos="0">
                      <a:schemeClr val="tx1">
                        <a:lumMod val="25000"/>
                        <a:lumOff val="75000"/>
                      </a:schemeClr>
                    </a:gs>
                    <a:gs pos="100000">
                      <a:schemeClr val="tx1">
                        <a:lumMod val="85000"/>
                      </a:schemeClr>
                    </a:gs>
                  </a:gsLst>
                  <a:lin ang="5400000" scaled="1"/>
                </a:gradFill>
                <a:effectLst/>
                <a:latin typeface="+mn-ea"/>
              </a:rPr>
              <a:t>路</a:t>
            </a:r>
            <a:endParaRPr lang="zh-CN" altLang="en-US" b="1" dirty="0">
              <a:ln w="15875"/>
              <a:gradFill>
                <a:gsLst>
                  <a:gs pos="50000">
                    <a:schemeClr val="tx1"/>
                  </a:gs>
                  <a:gs pos="0">
                    <a:schemeClr val="tx1">
                      <a:lumMod val="25000"/>
                      <a:lumOff val="75000"/>
                    </a:schemeClr>
                  </a:gs>
                  <a:gs pos="100000">
                    <a:schemeClr val="tx1">
                      <a:lumMod val="85000"/>
                    </a:schemeClr>
                  </a:gs>
                </a:gsLst>
                <a:lin ang="5400000" scaled="1"/>
              </a:gradFill>
              <a:effectLst/>
              <a:latin typeface="+mn-ea"/>
            </a:endParaRPr>
          </a:p>
        </p:txBody>
      </p:sp>
      <p:sp>
        <p:nvSpPr>
          <p:cNvPr id="45" name="灯片编号占位符 4"/>
          <p:cNvSpPr>
            <a:spLocks noGrp="1"/>
          </p:cNvSpPr>
          <p:nvPr>
            <p:ph type="sldNum" sz="quarter" idx="28"/>
          </p:nvPr>
        </p:nvSpPr>
        <p:spPr>
          <a:xfrm>
            <a:off x="9076468" y="6126514"/>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79ECAFE-A460-4E13-ABCB-32CAE6136244}" type="slidenum">
              <a:rPr kumimoji="0" lang="zh-CN" altLang="en-US" sz="1400" b="0" i="0" u="none" strike="noStrike" kern="1200" cap="none" spc="0" normalizeH="0" baseline="0" noProof="0" smtClean="0">
                <a:ln>
                  <a:noFill/>
                </a:ln>
                <a:solidFill>
                  <a:prstClr val="white">
                    <a:lumMod val="75000"/>
                  </a:prstClr>
                </a:solidFill>
                <a:effectLst/>
                <a:uLnTx/>
                <a:uFillTx/>
                <a:latin typeface="Arial" panose="020B0604020202020204"/>
                <a:ea typeface="微软雅黑" panose="020B0503020204020204" charset="-122"/>
                <a:cs typeface="+mn-cs"/>
              </a:rPr>
            </a:fld>
            <a:endParaRPr kumimoji="0" lang="zh-CN" altLang="en-US" sz="1400" b="0" i="0" u="none" strike="noStrike" kern="1200" cap="none" spc="0" normalizeH="0" baseline="0" noProof="0" dirty="0">
              <a:ln>
                <a:noFill/>
              </a:ln>
              <a:solidFill>
                <a:prstClr val="white">
                  <a:lumMod val="75000"/>
                </a:prstClr>
              </a:solidFill>
              <a:effectLst/>
              <a:uLnTx/>
              <a:uFillTx/>
              <a:latin typeface="Arial" panose="020B0604020202020204"/>
              <a:ea typeface="微软雅黑" panose="020B0503020204020204" charset="-122"/>
              <a:cs typeface="+mn-cs"/>
            </a:endParaRPr>
          </a:p>
        </p:txBody>
      </p:sp>
      <p:sp>
        <p:nvSpPr>
          <p:cNvPr id="46" name="文本占位符 7"/>
          <p:cNvSpPr txBox="1"/>
          <p:nvPr>
            <p:custDataLst>
              <p:tags r:id="rId1"/>
            </p:custDataLst>
          </p:nvPr>
        </p:nvSpPr>
        <p:spPr>
          <a:xfrm>
            <a:off x="1327150" y="4629150"/>
            <a:ext cx="2056765" cy="400050"/>
          </a:xfrm>
          <a:prstGeom prst="rect">
            <a:avLst/>
          </a:prstGeom>
          <a:noFill/>
          <a:ln w="31750" cap="rnd">
            <a:solidFill>
              <a:schemeClr val="accent1"/>
            </a:solidFill>
          </a:ln>
          <a:effectLst>
            <a:softEdge rad="63500"/>
          </a:effectLst>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自动化专业  大二</a:t>
            </a:r>
            <a:endParaRPr lang="zh-CN" altLang="en-US"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47" name="文本占位符 8"/>
          <p:cNvSpPr txBox="1"/>
          <p:nvPr>
            <p:custDataLst>
              <p:tags r:id="rId2"/>
            </p:custDataLst>
          </p:nvPr>
        </p:nvSpPr>
        <p:spPr>
          <a:xfrm>
            <a:off x="1155356" y="4042382"/>
            <a:ext cx="2712258" cy="460375"/>
          </a:xfrm>
          <a:prstGeom prst="rect">
            <a:avLst/>
          </a:prstGeom>
        </p:spPr>
        <p:txBody>
          <a:bodyPr vert="horz" wrap="square" lIns="91440" tIns="45720" rIns="91440" bIns="45720" rtlCol="0">
            <a:spAutoFit/>
          </a:bodyPr>
          <a:lstStyle>
            <a:lvl1pPr marL="0" indent="0" algn="ctr" defTabSz="914400" rtl="0" eaLnBrk="1" latinLnBrk="0" hangingPunct="1">
              <a:lnSpc>
                <a:spcPct val="100000"/>
              </a:lnSpc>
              <a:spcBef>
                <a:spcPts val="1000"/>
              </a:spcBef>
              <a:buFont typeface="Arial" panose="020B0604020202020204" pitchFamily="34" charset="0"/>
              <a:buNone/>
              <a:defRPr sz="2000" b="1" kern="1200">
                <a:solidFill>
                  <a:schemeClr val="accent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洪一涵</a:t>
            </a:r>
            <a:endParaRPr lang="zh-CN" altLang="en-US" sz="2400"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48" name="文本占位符 9"/>
          <p:cNvSpPr txBox="1"/>
          <p:nvPr>
            <p:custDataLst>
              <p:tags r:id="rId3"/>
            </p:custDataLst>
          </p:nvPr>
        </p:nvSpPr>
        <p:spPr>
          <a:xfrm>
            <a:off x="8961755" y="4664710"/>
            <a:ext cx="2409825" cy="401320"/>
          </a:xfrm>
          <a:prstGeom prst="rect">
            <a:avLst/>
          </a:prstGeom>
          <a:noFill/>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自动化专业 大二</a:t>
            </a:r>
            <a:endParaRPr lang="zh-CN" altLang="en-US"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49" name="文本占位符 10"/>
          <p:cNvSpPr txBox="1"/>
          <p:nvPr>
            <p:custDataLst>
              <p:tags r:id="rId4"/>
            </p:custDataLst>
          </p:nvPr>
        </p:nvSpPr>
        <p:spPr>
          <a:xfrm>
            <a:off x="3627879" y="4063174"/>
            <a:ext cx="2712258" cy="460375"/>
          </a:xfrm>
          <a:prstGeom prst="rect">
            <a:avLst/>
          </a:prstGeom>
        </p:spPr>
        <p:txBody>
          <a:bodyPr vert="horz" wrap="square" lIns="91440" tIns="45720" rIns="91440" bIns="45720" rtlCol="0">
            <a:spAutoFit/>
          </a:bodyPr>
          <a:lstStyle>
            <a:lvl1pPr marL="0" indent="0" algn="ctr" defTabSz="914400" rtl="0" eaLnBrk="1" latinLnBrk="0" hangingPunct="1">
              <a:lnSpc>
                <a:spcPct val="100000"/>
              </a:lnSpc>
              <a:spcBef>
                <a:spcPts val="1000"/>
              </a:spcBef>
              <a:buFont typeface="Arial" panose="020B0604020202020204" pitchFamily="34" charset="0"/>
              <a:buNone/>
              <a:defRPr sz="2000" b="1" kern="1200">
                <a:solidFill>
                  <a:schemeClr val="accent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王浩鑫</a:t>
            </a:r>
            <a:endParaRPr lang="zh-CN" altLang="en-US" sz="2400"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50" name="文本占位符 11"/>
          <p:cNvSpPr txBox="1"/>
          <p:nvPr>
            <p:custDataLst>
              <p:tags r:id="rId5"/>
            </p:custDataLst>
          </p:nvPr>
        </p:nvSpPr>
        <p:spPr>
          <a:xfrm>
            <a:off x="3704590" y="4634865"/>
            <a:ext cx="2391410" cy="401320"/>
          </a:xfrm>
          <a:prstGeom prst="rect">
            <a:avLst/>
          </a:prstGeom>
          <a:noFill/>
        </p:spPr>
        <p:txBody>
          <a:bodyPr vert="horz" lIns="91440" tIns="45720" rIns="91440" bIns="45720" rtlCol="0">
            <a:normAutofit/>
            <a:scene3d>
              <a:camera prst="orthographicFront"/>
              <a:lightRig rig="threePt" dir="t"/>
            </a:scene3d>
          </a:bodyPr>
          <a:lstStyle>
            <a:lvl1pPr marL="0" indent="0" algn="ctr" defTabSz="914400" rtl="0" eaLnBrk="1" latinLnBrk="0" hangingPunct="1">
              <a:lnSpc>
                <a:spcPct val="10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自动化专业  大二</a:t>
            </a:r>
            <a:endParaRPr lang="zh-CN" altLang="en-US"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51" name="文本占位符 12"/>
          <p:cNvSpPr txBox="1"/>
          <p:nvPr>
            <p:custDataLst>
              <p:tags r:id="rId6"/>
            </p:custDataLst>
          </p:nvPr>
        </p:nvSpPr>
        <p:spPr>
          <a:xfrm>
            <a:off x="8728263" y="4065963"/>
            <a:ext cx="2712258" cy="460375"/>
          </a:xfrm>
          <a:prstGeom prst="rect">
            <a:avLst/>
          </a:prstGeom>
        </p:spPr>
        <p:txBody>
          <a:bodyPr vert="horz" wrap="square" lIns="91440" tIns="45720" rIns="91440" bIns="45720" rtlCol="0">
            <a:spAutoFit/>
            <a:scene3d>
              <a:camera prst="orthographicFront"/>
              <a:lightRig rig="threePt" dir="t"/>
            </a:scene3d>
          </a:bodyPr>
          <a:lstStyle>
            <a:lvl1pPr marL="0" indent="0" algn="ctr" defTabSz="914400" rtl="0" eaLnBrk="1" latinLnBrk="0" hangingPunct="1">
              <a:lnSpc>
                <a:spcPct val="100000"/>
              </a:lnSpc>
              <a:spcBef>
                <a:spcPts val="1000"/>
              </a:spcBef>
              <a:buFont typeface="Arial" panose="020B0604020202020204" pitchFamily="34" charset="0"/>
              <a:buNone/>
              <a:defRPr sz="2000" b="1" kern="1200">
                <a:solidFill>
                  <a:schemeClr val="accent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陈星宇</a:t>
            </a:r>
            <a:endParaRPr lang="zh-CN" altLang="en-US" sz="2400"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52" name="文本占位符 13"/>
          <p:cNvSpPr txBox="1"/>
          <p:nvPr>
            <p:custDataLst>
              <p:tags r:id="rId7"/>
            </p:custDataLst>
          </p:nvPr>
        </p:nvSpPr>
        <p:spPr>
          <a:xfrm>
            <a:off x="6612255" y="4646930"/>
            <a:ext cx="2004060" cy="400050"/>
          </a:xfrm>
          <a:prstGeom prst="rect">
            <a:avLst/>
          </a:prstGeom>
          <a:noFill/>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自动化专业 大二</a:t>
            </a:r>
            <a:endParaRPr lang="zh-CN" altLang="en-US"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53" name="文本占位符 14"/>
          <p:cNvSpPr txBox="1"/>
          <p:nvPr>
            <p:custDataLst>
              <p:tags r:id="rId8"/>
            </p:custDataLst>
          </p:nvPr>
        </p:nvSpPr>
        <p:spPr>
          <a:xfrm>
            <a:off x="6161882" y="4061432"/>
            <a:ext cx="2693323" cy="460375"/>
          </a:xfrm>
          <a:prstGeom prst="rect">
            <a:avLst/>
          </a:prstGeom>
        </p:spPr>
        <p:txBody>
          <a:bodyPr vert="horz" wrap="square" lIns="91440" tIns="45720" rIns="91440" bIns="45720" rtlCol="0">
            <a:spAutoFit/>
          </a:bodyPr>
          <a:lstStyle>
            <a:lvl1pPr marL="0" indent="0" algn="ctr" defTabSz="914400" rtl="0" eaLnBrk="1" latinLnBrk="0" hangingPunct="1">
              <a:lnSpc>
                <a:spcPct val="100000"/>
              </a:lnSpc>
              <a:spcBef>
                <a:spcPts val="1000"/>
              </a:spcBef>
              <a:buFont typeface="Arial" panose="020B0604020202020204" pitchFamily="34" charset="0"/>
              <a:buNone/>
              <a:defRPr sz="2000" b="1" kern="1200">
                <a:solidFill>
                  <a:schemeClr val="accent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石晗旭</a:t>
            </a:r>
            <a:endParaRPr lang="zh-CN" altLang="en-US" sz="2400"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60" name="文本占位符 37"/>
          <p:cNvSpPr txBox="1"/>
          <p:nvPr/>
        </p:nvSpPr>
        <p:spPr>
          <a:xfrm>
            <a:off x="3799787" y="5068775"/>
            <a:ext cx="2561940" cy="846634"/>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latin typeface="+mn-ea"/>
            </a:endParaRPr>
          </a:p>
        </p:txBody>
      </p:sp>
      <p:sp>
        <p:nvSpPr>
          <p:cNvPr id="61" name="文本占位符 37"/>
          <p:cNvSpPr txBox="1"/>
          <p:nvPr/>
        </p:nvSpPr>
        <p:spPr>
          <a:xfrm>
            <a:off x="3631565" y="5097145"/>
            <a:ext cx="2353310" cy="828675"/>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ln w="15875"/>
                <a:gradFill>
                  <a:gsLst>
                    <a:gs pos="50000">
                      <a:schemeClr val="tx1"/>
                    </a:gs>
                    <a:gs pos="0">
                      <a:schemeClr val="tx1">
                        <a:lumMod val="25000"/>
                        <a:lumOff val="75000"/>
                      </a:schemeClr>
                    </a:gs>
                    <a:gs pos="100000">
                      <a:schemeClr val="tx1">
                        <a:lumMod val="85000"/>
                      </a:schemeClr>
                    </a:gs>
                  </a:gsLst>
                  <a:lin ang="5400000" scaled="1"/>
                </a:gradFill>
                <a:effectLst/>
                <a:latin typeface="+mn-ea"/>
              </a:rPr>
              <a:t>F</a:t>
            </a:r>
            <a:endParaRPr lang="zh-CN" altLang="en-US" b="1" dirty="0">
              <a:ln w="15875"/>
              <a:gradFill>
                <a:gsLst>
                  <a:gs pos="50000">
                    <a:schemeClr val="tx1"/>
                  </a:gs>
                  <a:gs pos="0">
                    <a:schemeClr val="tx1">
                      <a:lumMod val="25000"/>
                      <a:lumOff val="75000"/>
                    </a:schemeClr>
                  </a:gs>
                  <a:gs pos="100000">
                    <a:schemeClr val="tx1">
                      <a:lumMod val="85000"/>
                    </a:schemeClr>
                  </a:gs>
                </a:gsLst>
                <a:lin ang="5400000" scaled="1"/>
              </a:gradFill>
              <a:effectLst/>
              <a:latin typeface="+mn-ea"/>
            </a:endParaRPr>
          </a:p>
        </p:txBody>
      </p:sp>
      <p:sp>
        <p:nvSpPr>
          <p:cNvPr id="62" name="文本占位符 37"/>
          <p:cNvSpPr txBox="1"/>
          <p:nvPr/>
        </p:nvSpPr>
        <p:spPr>
          <a:xfrm>
            <a:off x="6612258" y="5049007"/>
            <a:ext cx="2561940" cy="846634"/>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latin typeface="+mn-ea"/>
            </a:endParaRPr>
          </a:p>
        </p:txBody>
      </p:sp>
      <p:sp>
        <p:nvSpPr>
          <p:cNvPr id="63" name="文本占位符 13"/>
          <p:cNvSpPr txBox="1"/>
          <p:nvPr/>
        </p:nvSpPr>
        <p:spPr>
          <a:xfrm>
            <a:off x="6276340" y="5104765"/>
            <a:ext cx="2339975" cy="836930"/>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Tx/>
              <a:buSzTx/>
            </a:pPr>
            <a:r>
              <a:rPr lang="zh-CN" altLang="en-US" b="1" dirty="0">
                <a:ln w="15875"/>
                <a:gradFill>
                  <a:gsLst>
                    <a:gs pos="50000">
                      <a:schemeClr val="tx1"/>
                    </a:gs>
                    <a:gs pos="0">
                      <a:schemeClr val="tx1">
                        <a:lumMod val="25000"/>
                        <a:lumOff val="75000"/>
                      </a:schemeClr>
                    </a:gs>
                    <a:gs pos="100000">
                      <a:schemeClr val="tx1">
                        <a:lumMod val="85000"/>
                      </a:schemeClr>
                    </a:gs>
                  </a:gsLst>
                  <a:lin ang="5400000" scaled="1"/>
                </a:gradFill>
                <a:effectLst/>
                <a:latin typeface="+mn-ea"/>
              </a:rPr>
              <a:t>Y</a:t>
            </a:r>
            <a:endParaRPr lang="zh-CN" altLang="en-US" b="1" dirty="0">
              <a:ln w="15875"/>
              <a:gradFill>
                <a:gsLst>
                  <a:gs pos="50000">
                    <a:schemeClr val="tx1"/>
                  </a:gs>
                  <a:gs pos="0">
                    <a:schemeClr val="tx1">
                      <a:lumMod val="25000"/>
                      <a:lumOff val="75000"/>
                    </a:schemeClr>
                  </a:gs>
                  <a:gs pos="100000">
                    <a:schemeClr val="tx1">
                      <a:lumMod val="85000"/>
                    </a:schemeClr>
                  </a:gs>
                </a:gsLst>
                <a:lin ang="5400000" scaled="1"/>
              </a:gradFill>
              <a:effectLst/>
              <a:latin typeface="+mn-ea"/>
            </a:endParaRPr>
          </a:p>
        </p:txBody>
      </p:sp>
      <p:sp>
        <p:nvSpPr>
          <p:cNvPr id="64" name="文本占位符 13"/>
          <p:cNvSpPr txBox="1"/>
          <p:nvPr/>
        </p:nvSpPr>
        <p:spPr>
          <a:xfrm>
            <a:off x="8907145" y="5079365"/>
            <a:ext cx="2388870" cy="98107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8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Tx/>
              <a:buSzTx/>
            </a:pPr>
            <a:r>
              <a:rPr lang="zh-CN" altLang="en-US" b="1" dirty="0">
                <a:ln w="15875"/>
                <a:gradFill>
                  <a:gsLst>
                    <a:gs pos="50000">
                      <a:schemeClr val="tx1"/>
                    </a:gs>
                    <a:gs pos="0">
                      <a:schemeClr val="tx1">
                        <a:lumMod val="25000"/>
                        <a:lumOff val="75000"/>
                      </a:schemeClr>
                    </a:gs>
                    <a:gs pos="100000">
                      <a:schemeClr val="tx1">
                        <a:lumMod val="85000"/>
                      </a:schemeClr>
                    </a:gs>
                  </a:gsLst>
                  <a:lin ang="5400000" scaled="1"/>
                </a:gradFill>
                <a:effectLst/>
                <a:latin typeface="+mn-ea"/>
              </a:rPr>
              <a:t>闭</a:t>
            </a:r>
            <a:endParaRPr lang="zh-CN" altLang="en-US" b="1" dirty="0">
              <a:ln w="15875"/>
              <a:gradFill>
                <a:gsLst>
                  <a:gs pos="50000">
                    <a:schemeClr val="tx1"/>
                  </a:gs>
                  <a:gs pos="0">
                    <a:schemeClr val="tx1">
                      <a:lumMod val="25000"/>
                      <a:lumOff val="75000"/>
                    </a:schemeClr>
                  </a:gs>
                  <a:gs pos="100000">
                    <a:schemeClr val="tx1">
                      <a:lumMod val="85000"/>
                    </a:schemeClr>
                  </a:gs>
                </a:gsLst>
                <a:lin ang="5400000" scaled="1"/>
              </a:gradFill>
              <a:effectLst/>
              <a:latin typeface="+mn-ea"/>
            </a:endParaRPr>
          </a:p>
        </p:txBody>
      </p:sp>
      <p:cxnSp>
        <p:nvCxnSpPr>
          <p:cNvPr id="97" name="直接连接符 96"/>
          <p:cNvCxnSpPr/>
          <p:nvPr>
            <p:custDataLst>
              <p:tags r:id="rId9"/>
            </p:custDataLst>
          </p:nvPr>
        </p:nvCxnSpPr>
        <p:spPr>
          <a:xfrm flipV="1">
            <a:off x="2158884" y="4508611"/>
            <a:ext cx="709295" cy="5080"/>
          </a:xfrm>
          <a:prstGeom prst="line">
            <a:avLst/>
          </a:prstGeom>
          <a:ln w="38100" cap="rnd">
            <a:solidFill>
              <a:srgbClr val="FFCC00"/>
            </a:solidFill>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custDataLst>
              <p:tags r:id="rId10"/>
            </p:custDataLst>
          </p:nvPr>
        </p:nvCxnSpPr>
        <p:spPr>
          <a:xfrm flipV="1">
            <a:off x="4660149" y="4502896"/>
            <a:ext cx="709295" cy="5080"/>
          </a:xfrm>
          <a:prstGeom prst="line">
            <a:avLst/>
          </a:prstGeom>
          <a:ln w="38100" cap="rnd">
            <a:solidFill>
              <a:srgbClr val="FFCC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11"/>
            </p:custDataLst>
          </p:nvPr>
        </p:nvCxnSpPr>
        <p:spPr>
          <a:xfrm flipV="1">
            <a:off x="7159509" y="4514326"/>
            <a:ext cx="709295" cy="5080"/>
          </a:xfrm>
          <a:prstGeom prst="line">
            <a:avLst/>
          </a:prstGeom>
          <a:ln w="38100" cap="rnd">
            <a:solidFill>
              <a:srgbClr val="FFCC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custDataLst>
              <p:tags r:id="rId12"/>
            </p:custDataLst>
          </p:nvPr>
        </p:nvCxnSpPr>
        <p:spPr>
          <a:xfrm flipV="1">
            <a:off x="9729989" y="4510516"/>
            <a:ext cx="709295" cy="5080"/>
          </a:xfrm>
          <a:prstGeom prst="line">
            <a:avLst/>
          </a:prstGeom>
          <a:ln w="38100" cap="rnd">
            <a:solidFill>
              <a:srgbClr val="FFCC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a:xfrm>
            <a:off x="2569882" y="1155920"/>
            <a:ext cx="6956611" cy="882057"/>
          </a:xfrm>
        </p:spPr>
        <p:txBody>
          <a:bodyPr/>
          <a:lstStyle/>
          <a:p>
            <a:r>
              <a:rPr lang="zh-CN" altLang="en-US" sz="5400" dirty="0">
                <a:solidFill>
                  <a:srgbClr val="FFCC00"/>
                </a:solidFill>
              </a:rPr>
              <a:t>感谢老师批评指正！</a:t>
            </a:r>
            <a:endParaRPr lang="zh-CN" altLang="en-US" sz="5400" dirty="0">
              <a:solidFill>
                <a:srgbClr val="FFCC00"/>
              </a:solidFill>
            </a:endParaRPr>
          </a:p>
        </p:txBody>
      </p:sp>
      <p:sp>
        <p:nvSpPr>
          <p:cNvPr id="5" name="日期占位符 4"/>
          <p:cNvSpPr>
            <a:spLocks noGrp="1"/>
          </p:cNvSpPr>
          <p:nvPr>
            <p:ph type="dt" sz="half" idx="14"/>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16"/>
          </p:nvPr>
        </p:nvSpPr>
        <p:spPr/>
        <p:txBody>
          <a:bodyPr/>
          <a:lstStyle/>
          <a:p>
            <a:fld id="{C79ECAFE-A460-4E13-ABCB-32CAE613624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参考文献</a:t>
            </a:r>
            <a:endParaRPr lang="zh-CN" altLang="en-US" dirty="0"/>
          </a:p>
        </p:txBody>
      </p:sp>
      <p:sp>
        <p:nvSpPr>
          <p:cNvPr id="3" name="文本占位符 2"/>
          <p:cNvSpPr>
            <a:spLocks noGrp="1"/>
          </p:cNvSpPr>
          <p:nvPr>
            <p:ph type="body" sz="quarter" idx="11"/>
          </p:nvPr>
        </p:nvSpPr>
        <p:spPr/>
        <p:txBody>
          <a:bodyPr/>
          <a:lstStyle/>
          <a:p>
            <a:endParaRPr lang="zh-CN" altLang="en-US"/>
          </a:p>
        </p:txBody>
      </p:sp>
      <p:sp>
        <p:nvSpPr>
          <p:cNvPr id="4" name="日期占位符 3"/>
          <p:cNvSpPr>
            <a:spLocks noGrp="1"/>
          </p:cNvSpPr>
          <p:nvPr>
            <p:ph type="dt" sz="half" idx="12"/>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dirty="0">
                <a:ea typeface="+mn-ea"/>
                <a:cs typeface="+mn-ea"/>
              </a:rPr>
              <a:t>文献调研</a:t>
            </a:r>
            <a:endParaRPr lang="zh-CN" dirty="0">
              <a:ea typeface="+mn-ea"/>
              <a:cs typeface="+mn-ea"/>
            </a:endParaRPr>
          </a:p>
        </p:txBody>
      </p:sp>
      <p:sp>
        <p:nvSpPr>
          <p:cNvPr id="3" name="灯片编号占位符 2"/>
          <p:cNvSpPr>
            <a:spLocks noGrp="1"/>
          </p:cNvSpPr>
          <p:nvPr>
            <p:ph type="sldNum" sz="quarter" idx="16"/>
          </p:nvPr>
        </p:nvSpPr>
        <p:spPr/>
        <p:txBody>
          <a:bodyPr/>
          <a:lstStyle/>
          <a:p>
            <a:fld id="{C79ECAFE-A460-4E13-ABCB-32CAE6136244}" type="slidenum">
              <a:rPr lang="zh-CN" altLang="en-US" smtClean="0"/>
            </a:fld>
            <a:endParaRPr lang="zh-CN" altLang="en-US" dirty="0"/>
          </a:p>
        </p:txBody>
      </p:sp>
      <p:graphicFrame>
        <p:nvGraphicFramePr>
          <p:cNvPr id="14" name="表格 13"/>
          <p:cNvGraphicFramePr/>
          <p:nvPr>
            <p:custDataLst>
              <p:tags r:id="rId1"/>
            </p:custDataLst>
          </p:nvPr>
        </p:nvGraphicFramePr>
        <p:xfrm>
          <a:off x="637540" y="853440"/>
          <a:ext cx="10881360" cy="5888355"/>
        </p:xfrm>
        <a:graphic>
          <a:graphicData uri="http://schemas.openxmlformats.org/drawingml/2006/table">
            <a:tbl>
              <a:tblPr firstRow="1" bandRow="1">
                <a:tableStyleId>{5C22544A-7EE6-4342-B048-85BDC9FD1C3A}</a:tableStyleId>
              </a:tblPr>
              <a:tblGrid>
                <a:gridCol w="1786890"/>
                <a:gridCol w="6971030"/>
                <a:gridCol w="2123440"/>
              </a:tblGrid>
              <a:tr h="381635">
                <a:tc>
                  <a:txBody>
                    <a:bodyPr/>
                    <a:lstStyle/>
                    <a:p>
                      <a:pPr algn="ctr">
                        <a:buNone/>
                      </a:pPr>
                      <a:r>
                        <a:rPr lang="en-US" altLang="zh-CN" sz="1400" dirty="0"/>
                        <a:t>title</a:t>
                      </a:r>
                      <a:endParaRPr lang="zh-CN" altLang="en-US" sz="1400" dirty="0"/>
                    </a:p>
                  </a:txBody>
                  <a:tcPr/>
                </a:tc>
                <a:tc>
                  <a:txBody>
                    <a:bodyPr/>
                    <a:lstStyle/>
                    <a:p>
                      <a:pPr algn="ctr">
                        <a:buNone/>
                      </a:pPr>
                      <a:r>
                        <a:rPr lang="en-US" altLang="zh-CN" sz="1400" dirty="0"/>
                        <a:t>source</a:t>
                      </a:r>
                      <a:endParaRPr lang="zh-CN" altLang="en-US" sz="1400" dirty="0"/>
                    </a:p>
                  </a:txBody>
                  <a:tcPr/>
                </a:tc>
                <a:tc>
                  <a:txBody>
                    <a:bodyPr/>
                    <a:lstStyle/>
                    <a:p>
                      <a:pPr algn="ctr">
                        <a:buNone/>
                      </a:pPr>
                      <a:r>
                        <a:rPr lang="en-US" altLang="zh-CN" sz="1400" dirty="0"/>
                        <a:t>summary</a:t>
                      </a:r>
                      <a:endParaRPr lang="zh-CN" altLang="en-US" sz="1400" dirty="0"/>
                    </a:p>
                  </a:txBody>
                  <a:tcPr/>
                </a:tc>
              </a:tr>
              <a:tr h="995045">
                <a:tc>
                  <a:txBody>
                    <a:bodyPr/>
                    <a:lstStyle/>
                    <a:p>
                      <a:pPr algn="l">
                        <a:buNone/>
                      </a:pPr>
                      <a:r>
                        <a:rPr lang="en-US" altLang="zh-CN" sz="1050" dirty="0">
                          <a:effectLst/>
                        </a:rPr>
                        <a:t>The effect of spectral albedo in bifacial photovoltaic performance</a:t>
                      </a:r>
                      <a:endParaRPr lang="en-US" altLang="zh-CN" sz="1050" dirty="0">
                        <a:effectLst/>
                      </a:endParaRPr>
                    </a:p>
                  </a:txBody>
                  <a:tcPr/>
                </a:tc>
                <a:tc>
                  <a:txBody>
                    <a:bodyPr/>
                    <a:lstStyle/>
                    <a:p>
                      <a:pPr algn="l">
                        <a:buClrTx/>
                        <a:buSzTx/>
                        <a:buNone/>
                      </a:pPr>
                      <a:r>
                        <a:rPr lang="en-US" altLang="zh-CN" sz="1050" b="0" i="0">
                          <a:effectLst/>
                        </a:rPr>
                        <a:t>N. Riedel-Lyngskær, et al.</a:t>
                      </a:r>
                      <a:endParaRPr lang="en-US" altLang="zh-CN" sz="1050" b="0" i="0">
                        <a:effectLst/>
                      </a:endParaRPr>
                    </a:p>
                    <a:p>
                      <a:pPr algn="l">
                        <a:buClrTx/>
                        <a:buSzTx/>
                        <a:buNone/>
                      </a:pPr>
                      <a:r>
                        <a:rPr lang="en-US" altLang="zh-CN" sz="1050" b="0" i="0">
                          <a:effectLst/>
                        </a:rPr>
                        <a:t>Solar Energy 231 (2022) 921–935</a:t>
                      </a:r>
                      <a:endParaRPr lang="en-US" altLang="zh-CN" sz="1050" b="0" i="0">
                        <a:effectLst/>
                      </a:endParaRPr>
                    </a:p>
                    <a:p>
                      <a:pPr algn="l">
                        <a:buClrTx/>
                        <a:buSzTx/>
                        <a:buNone/>
                      </a:pPr>
                      <a:r>
                        <a:rPr lang="en-US" altLang="zh-CN" sz="1050" b="0" i="0">
                          <a:effectLst/>
                        </a:rPr>
                        <a:t>DOI: 10.1016/j.solener.2021.12.035</a:t>
                      </a:r>
                      <a:endParaRPr lang="en-US" altLang="zh-CN" sz="1050" b="0" i="0">
                        <a:effectLst/>
                      </a:endParaRPr>
                    </a:p>
                    <a:p>
                      <a:pPr algn="l">
                        <a:buClrTx/>
                        <a:buSzTx/>
                        <a:buNone/>
                      </a:pPr>
                      <a:r>
                        <a:rPr lang="en-US" altLang="zh-CN" sz="1050" b="0" i="0">
                          <a:effectLst/>
                        </a:rPr>
                        <a:t>URL: https://www.sciencedirect.com/science/article/pii/S0038092X21010355</a:t>
                      </a:r>
                      <a:endParaRPr lang="en-US" altLang="zh-CN" sz="1050" b="0" i="0">
                        <a:effectLst/>
                      </a:endParaRPr>
                    </a:p>
                  </a:txBody>
                  <a:tcPr/>
                </a:tc>
                <a:tc>
                  <a:txBody>
                    <a:bodyPr/>
                    <a:lstStyle/>
                    <a:p>
                      <a:pPr>
                        <a:buNone/>
                      </a:pPr>
                      <a:r>
                        <a:rPr lang="zh-CN" altLang="en-US" sz="1100" dirty="0"/>
                        <a:t>研究了双面光伏系统中光谱反照率对背面光谱失配的影响，量化了其与反照率、天空条件和安装结构的依赖关系，提出了基于多滤光片辐射计或 NDVI 的简化预测模型</a:t>
                      </a:r>
                      <a:endParaRPr lang="zh-CN" altLang="en-US" sz="1100" dirty="0"/>
                    </a:p>
                  </a:txBody>
                  <a:tcPr/>
                </a:tc>
              </a:tr>
              <a:tr h="1117600">
                <a:tc>
                  <a:txBody>
                    <a:bodyPr/>
                    <a:lstStyle/>
                    <a:p>
                      <a:pPr>
                        <a:buNone/>
                      </a:pPr>
                      <a:r>
                        <a:rPr sz="1100" dirty="0"/>
                        <a:t>Sourcing albedo data for bifacial PV systems in complex landscapes</a:t>
                      </a:r>
                      <a:endParaRPr sz="1100" dirty="0"/>
                    </a:p>
                  </a:txBody>
                  <a:tcPr/>
                </a:tc>
                <a:tc>
                  <a:txBody>
                    <a:bodyPr/>
                    <a:lstStyle/>
                    <a:p>
                      <a:r>
                        <a:rPr lang="en-US" altLang="zh-CN" sz="1050" kern="1200" dirty="0">
                          <a:solidFill>
                            <a:schemeClr val="dk1"/>
                          </a:solidFill>
                          <a:effectLst/>
                          <a:latin typeface="+mn-lt"/>
                          <a:ea typeface="+mn-ea"/>
                          <a:cs typeface="+mn-cs"/>
                        </a:rPr>
                        <a:t>James C. Blakesley, George Koutsourakis, Daniel E. Parsons, et al.</a:t>
                      </a:r>
                      <a:endParaRPr lang="en-US" altLang="zh-CN" sz="1050" kern="1200" dirty="0">
                        <a:solidFill>
                          <a:schemeClr val="dk1"/>
                        </a:solidFill>
                        <a:effectLst/>
                        <a:latin typeface="+mn-lt"/>
                        <a:ea typeface="+mn-ea"/>
                        <a:cs typeface="+mn-cs"/>
                      </a:endParaRPr>
                    </a:p>
                    <a:p>
                      <a:r>
                        <a:rPr lang="en-US" altLang="zh-CN" sz="1050" kern="1200" dirty="0">
                          <a:solidFill>
                            <a:schemeClr val="dk1"/>
                          </a:solidFill>
                          <a:effectLst/>
                          <a:latin typeface="+mn-lt"/>
                          <a:ea typeface="+mn-ea"/>
                          <a:cs typeface="+mn-cs"/>
                        </a:rPr>
                        <a:t>Solar Energy 266 (2023) 112144</a:t>
                      </a:r>
                      <a:endParaRPr lang="en-US" altLang="zh-CN" sz="1050" kern="1200" dirty="0">
                        <a:solidFill>
                          <a:schemeClr val="dk1"/>
                        </a:solidFill>
                        <a:effectLst/>
                        <a:latin typeface="+mn-lt"/>
                        <a:ea typeface="+mn-ea"/>
                        <a:cs typeface="+mn-cs"/>
                      </a:endParaRPr>
                    </a:p>
                    <a:p>
                      <a:r>
                        <a:rPr lang="en-US" altLang="zh-CN" sz="1050" kern="1200" dirty="0">
                          <a:solidFill>
                            <a:schemeClr val="dk1"/>
                          </a:solidFill>
                          <a:effectLst/>
                          <a:latin typeface="+mn-lt"/>
                          <a:ea typeface="+mn-ea"/>
                          <a:cs typeface="+mn-cs"/>
                        </a:rPr>
                        <a:t>DOI: 10.1016/j.solener.2023.112144</a:t>
                      </a:r>
                      <a:endParaRPr lang="en-US" altLang="zh-CN" sz="1050" kern="1200" dirty="0">
                        <a:solidFill>
                          <a:schemeClr val="dk1"/>
                        </a:solidFill>
                        <a:effectLst/>
                        <a:latin typeface="+mn-lt"/>
                        <a:ea typeface="+mn-ea"/>
                        <a:cs typeface="+mn-cs"/>
                      </a:endParaRPr>
                    </a:p>
                    <a:p>
                      <a:r>
                        <a:rPr lang="en-US" altLang="zh-CN" sz="1050" kern="1200" dirty="0">
                          <a:solidFill>
                            <a:schemeClr val="dk1"/>
                          </a:solidFill>
                          <a:effectLst/>
                          <a:latin typeface="+mn-lt"/>
                          <a:ea typeface="+mn-ea"/>
                          <a:cs typeface="+mn-cs"/>
                        </a:rPr>
                        <a:t>URL: https://www.sciencedirect.com/science/article/pii/S0038092X23008527</a:t>
                      </a:r>
                      <a:endParaRPr lang="en-US" altLang="zh-CN" sz="1050" kern="1200" dirty="0">
                        <a:solidFill>
                          <a:schemeClr val="dk1"/>
                        </a:solidFill>
                        <a:effectLst/>
                        <a:latin typeface="+mn-lt"/>
                        <a:ea typeface="+mn-ea"/>
                        <a:cs typeface="+mn-cs"/>
                      </a:endParaRPr>
                    </a:p>
                  </a:txBody>
                  <a:tcPr/>
                </a:tc>
                <a:tc>
                  <a:txBody>
                    <a:bodyPr/>
                    <a:lstStyle/>
                    <a:p>
                      <a:pPr>
                        <a:buNone/>
                      </a:pPr>
                      <a:r>
                        <a:rPr lang="zh-CN" altLang="en-US" sz="1100">
                          <a:sym typeface="+mn-ea"/>
                        </a:rPr>
                        <a:t>研究了复杂景观中双面光伏系统反照率数据的不同来源及其误差，提出了结合 MODIS 和 Sentinel-2 卫星数据的混合方法，将月均反照率估算的 NRMSE 降至 10.1%</a:t>
                      </a:r>
                      <a:endParaRPr lang="zh-CN" altLang="en-US" sz="1100">
                        <a:sym typeface="+mn-ea"/>
                      </a:endParaRPr>
                    </a:p>
                  </a:txBody>
                  <a:tcPr/>
                </a:tc>
              </a:tr>
              <a:tr h="980440">
                <a:tc>
                  <a:txBody>
                    <a:bodyPr/>
                    <a:lstStyle/>
                    <a:p>
                      <a:pPr>
                        <a:buNone/>
                      </a:pPr>
                      <a:r>
                        <a:rPr sz="1100"/>
                        <a:t>Monofacial vs bifacial solar photovoltaic systems in snowy environments</a:t>
                      </a:r>
                      <a:endParaRPr sz="1100"/>
                    </a:p>
                  </a:txBody>
                  <a:tcPr/>
                </a:tc>
                <a:tc>
                  <a:txBody>
                    <a:bodyPr/>
                    <a:lstStyle/>
                    <a:p>
                      <a:pPr algn="l">
                        <a:lnSpc>
                          <a:spcPct val="100000"/>
                        </a:lnSpc>
                        <a:buClrTx/>
                        <a:buSzTx/>
                        <a:buNone/>
                      </a:pPr>
                      <a:r>
                        <a:rPr lang="en-US" altLang="zh-CN" sz="1050" dirty="0">
                          <a:effectLst/>
                        </a:rPr>
                        <a:t>Koami Soulemane Hayibo, Aliaksei Petsiuk, Pierce Mayville, et al.</a:t>
                      </a:r>
                      <a:endParaRPr lang="en-US" altLang="zh-CN" sz="1050" dirty="0">
                        <a:effectLst/>
                      </a:endParaRPr>
                    </a:p>
                    <a:p>
                      <a:pPr algn="l">
                        <a:lnSpc>
                          <a:spcPct val="100000"/>
                        </a:lnSpc>
                        <a:buClrTx/>
                        <a:buSzTx/>
                        <a:buNone/>
                      </a:pPr>
                      <a:r>
                        <a:rPr lang="en-US" altLang="zh-CN" sz="1050" dirty="0">
                          <a:effectLst/>
                        </a:rPr>
                        <a:t>Renewable Energy 193 (2022) 657–668</a:t>
                      </a:r>
                      <a:endParaRPr lang="en-US" altLang="zh-CN" sz="1050" dirty="0">
                        <a:effectLst/>
                      </a:endParaRPr>
                    </a:p>
                    <a:p>
                      <a:pPr algn="l">
                        <a:lnSpc>
                          <a:spcPct val="100000"/>
                        </a:lnSpc>
                        <a:buClrTx/>
                        <a:buSzTx/>
                        <a:buNone/>
                      </a:pPr>
                      <a:r>
                        <a:rPr lang="en-US" altLang="zh-CN" sz="1050" dirty="0">
                          <a:effectLst/>
                        </a:rPr>
                        <a:t>DOI: 10.1016/j.renene.2022.05.050</a:t>
                      </a:r>
                      <a:endParaRPr lang="en-US" altLang="zh-CN" sz="1050" dirty="0">
                        <a:effectLst/>
                      </a:endParaRPr>
                    </a:p>
                    <a:p>
                      <a:pPr algn="l">
                        <a:lnSpc>
                          <a:spcPct val="100000"/>
                        </a:lnSpc>
                        <a:buClrTx/>
                        <a:buSzTx/>
                        <a:buNone/>
                      </a:pPr>
                      <a:r>
                        <a:rPr lang="en-US" altLang="zh-CN" sz="1050" dirty="0">
                          <a:effectLst/>
                        </a:rPr>
                        <a:t>URL: https://www.sciencedirect.com/science/article/pii/S0960148122005500</a:t>
                      </a:r>
                      <a:endParaRPr lang="en-US" altLang="zh-CN" sz="1050" dirty="0">
                        <a:effectLst/>
                      </a:endParaRPr>
                    </a:p>
                  </a:txBody>
                  <a:tcPr marL="68580" marR="68580" marT="0" marB="0"/>
                </a:tc>
                <a:tc>
                  <a:txBody>
                    <a:bodyPr/>
                    <a:lstStyle/>
                    <a:p>
                      <a:pPr>
                        <a:buNone/>
                      </a:pPr>
                      <a:r>
                        <a:rPr lang="zh-CN" altLang="en-US" sz="1100"/>
                        <a:t>通过实证数据对比了严寒多雪环境下单面与双面光伏系统的性能，发现双面系统冬季雪损仅为 16%（单面为 33%），2 月双面增益达 19.31%，且积雪清除速度更快</a:t>
                      </a:r>
                      <a:endParaRPr lang="zh-CN" altLang="en-US" sz="1100"/>
                    </a:p>
                  </a:txBody>
                  <a:tcPr/>
                </a:tc>
              </a:tr>
              <a:tr h="892810">
                <a:tc>
                  <a:txBody>
                    <a:bodyPr/>
                    <a:lstStyle/>
                    <a:p>
                      <a:pPr>
                        <a:buNone/>
                      </a:pPr>
                      <a:r>
                        <a:rPr sz="1100"/>
                        <a:t>Empirical analysis of bifacial photovoltaic modules in high-latitude regions: Performance insights from a field laboratory in Norway</a:t>
                      </a:r>
                      <a:endParaRPr sz="1100"/>
                    </a:p>
                  </a:txBody>
                  <a:tcPr/>
                </a:tc>
                <a:tc>
                  <a:txBody>
                    <a:bodyPr/>
                    <a:lstStyle/>
                    <a:p>
                      <a:pPr algn="l">
                        <a:lnSpc>
                          <a:spcPct val="100000"/>
                        </a:lnSpc>
                        <a:buClrTx/>
                        <a:buSzTx/>
                        <a:buNone/>
                      </a:pPr>
                      <a:r>
                        <a:rPr lang="en-US" altLang="zh-CN" sz="1050" dirty="0">
                          <a:effectLst/>
                        </a:rPr>
                        <a:t>Berhane Darsene Dimd, Alfredo Sanchez Garcia, Martin Bellmann</a:t>
                      </a:r>
                      <a:endParaRPr lang="en-US" altLang="zh-CN" sz="1050" dirty="0">
                        <a:effectLst/>
                      </a:endParaRPr>
                    </a:p>
                    <a:p>
                      <a:pPr algn="l">
                        <a:lnSpc>
                          <a:spcPct val="100000"/>
                        </a:lnSpc>
                        <a:buClrTx/>
                        <a:buSzTx/>
                        <a:buNone/>
                      </a:pPr>
                      <a:r>
                        <a:rPr lang="en-US" altLang="zh-CN" sz="1050" dirty="0">
                          <a:effectLst/>
                        </a:rPr>
                        <a:t>Energy Conversion and Management 325 (2025) 119396</a:t>
                      </a:r>
                      <a:endParaRPr lang="en-US" altLang="zh-CN" sz="1050" dirty="0">
                        <a:effectLst/>
                      </a:endParaRPr>
                    </a:p>
                    <a:p>
                      <a:pPr algn="l">
                        <a:lnSpc>
                          <a:spcPct val="100000"/>
                        </a:lnSpc>
                        <a:buClrTx/>
                        <a:buSzTx/>
                        <a:buNone/>
                      </a:pPr>
                      <a:r>
                        <a:rPr lang="en-US" altLang="zh-CN" sz="1050" dirty="0">
                          <a:effectLst/>
                        </a:rPr>
                        <a:t>DOI: 10.1016/j.enconman.2024.119396</a:t>
                      </a:r>
                      <a:endParaRPr lang="en-US" altLang="zh-CN" sz="1050" dirty="0">
                        <a:effectLst/>
                      </a:endParaRPr>
                    </a:p>
                    <a:p>
                      <a:pPr algn="l">
                        <a:lnSpc>
                          <a:spcPct val="100000"/>
                        </a:lnSpc>
                        <a:buClrTx/>
                        <a:buSzTx/>
                        <a:buNone/>
                      </a:pPr>
                      <a:r>
                        <a:rPr lang="en-US" altLang="zh-CN" sz="1050" dirty="0">
                          <a:effectLst/>
                        </a:rPr>
                        <a:t>URL: https://www.sciencedirect.com/science/article/pii/S0196890X24011939</a:t>
                      </a:r>
                      <a:endParaRPr lang="en-US" altLang="zh-CN" sz="1050" dirty="0">
                        <a:effectLst/>
                      </a:endParaRPr>
                    </a:p>
                  </a:txBody>
                  <a:tcPr marL="68580" marR="68580" marT="0" marB="0"/>
                </a:tc>
                <a:tc>
                  <a:txBody>
                    <a:bodyPr/>
                    <a:lstStyle/>
                    <a:p>
                      <a:pPr>
                        <a:buNone/>
                      </a:pPr>
                      <a:r>
                        <a:rPr sz="1100" dirty="0"/>
                        <a:t>基于挪威野外实验室数据，全面分析了高纬度地区不同构型双面光伏组件的性能，发现垂直东西向双面组件系统增益达 47%，且发电曲线更贴合用电负荷</a:t>
                      </a:r>
                      <a:endParaRPr sz="1100" dirty="0"/>
                    </a:p>
                  </a:txBody>
                  <a:tcPr/>
                </a:tc>
              </a:tr>
              <a:tr h="980440">
                <a:tc>
                  <a:txBody>
                    <a:bodyPr/>
                    <a:lstStyle/>
                    <a:p>
                      <a:pPr>
                        <a:buNone/>
                      </a:pPr>
                      <a:r>
                        <a:rPr lang="zh-CN" altLang="en-US" sz="1100" dirty="0"/>
                        <a:t>Identifying snow in photovoltaic monitoring data for improved snow loss modeling and snow detectionQuadruped Inspection Robot</a:t>
                      </a:r>
                      <a:r>
                        <a:rPr lang="en-US" altLang="zh-CN" sz="1100" dirty="0"/>
                        <a:t> (2023)</a:t>
                      </a:r>
                      <a:endParaRPr lang="en-US" altLang="zh-CN" sz="1100" dirty="0"/>
                    </a:p>
                  </a:txBody>
                  <a:tcPr/>
                </a:tc>
                <a:tc>
                  <a:txBody>
                    <a:bodyPr/>
                    <a:lstStyle/>
                    <a:p>
                      <a:pPr algn="l">
                        <a:lnSpc>
                          <a:spcPct val="100000"/>
                        </a:lnSpc>
                        <a:buClrTx/>
                        <a:buSzTx/>
                        <a:buNone/>
                      </a:pPr>
                      <a:r>
                        <a:rPr lang="en-US" altLang="zh-CN" sz="1050" dirty="0">
                          <a:effectLst/>
                        </a:rPr>
                        <a:t>Mari B. Øgaard, Bjørn L. Aarseth, Åsmund F. Skomedal, et al.</a:t>
                      </a:r>
                      <a:endParaRPr lang="en-US" altLang="zh-CN" sz="1050" dirty="0">
                        <a:effectLst/>
                      </a:endParaRPr>
                    </a:p>
                    <a:p>
                      <a:pPr algn="l">
                        <a:lnSpc>
                          <a:spcPct val="100000"/>
                        </a:lnSpc>
                        <a:buClrTx/>
                        <a:buSzTx/>
                        <a:buNone/>
                      </a:pPr>
                      <a:r>
                        <a:rPr lang="en-US" altLang="zh-CN" sz="1050" dirty="0">
                          <a:effectLst/>
                        </a:rPr>
                        <a:t>Solar Energy 223 (2021) 238–247</a:t>
                      </a:r>
                      <a:endParaRPr lang="en-US" altLang="zh-CN" sz="1050" dirty="0">
                        <a:effectLst/>
                      </a:endParaRPr>
                    </a:p>
                    <a:p>
                      <a:pPr algn="l">
                        <a:lnSpc>
                          <a:spcPct val="100000"/>
                        </a:lnSpc>
                        <a:buClrTx/>
                        <a:buSzTx/>
                        <a:buNone/>
                      </a:pPr>
                      <a:r>
                        <a:rPr lang="en-US" altLang="zh-CN" sz="1050" dirty="0">
                          <a:effectLst/>
                        </a:rPr>
                        <a:t>DOI: 10.1016/j.solener.2021.05.023</a:t>
                      </a:r>
                      <a:endParaRPr lang="en-US" altLang="zh-CN" sz="1050" dirty="0">
                        <a:effectLst/>
                      </a:endParaRPr>
                    </a:p>
                    <a:p>
                      <a:pPr algn="l">
                        <a:lnSpc>
                          <a:spcPct val="100000"/>
                        </a:lnSpc>
                        <a:buClrTx/>
                        <a:buSzTx/>
                        <a:buNone/>
                      </a:pPr>
                      <a:r>
                        <a:rPr lang="en-US" altLang="zh-CN" sz="1050" dirty="0">
                          <a:effectLst/>
                        </a:rPr>
                        <a:t>URL: https://www.sciencedirect.com/science/article/pii/S0038092X21004237</a:t>
                      </a:r>
                      <a:endParaRPr lang="en-US" altLang="zh-CN" sz="1050" dirty="0">
                        <a:effectLst/>
                      </a:endParaRPr>
                    </a:p>
                  </a:txBody>
                  <a:tcPr marL="68580" marR="68580" marT="0" marB="0"/>
                </a:tc>
                <a:tc>
                  <a:txBody>
                    <a:bodyPr/>
                    <a:lstStyle/>
                    <a:p>
                      <a:pPr>
                        <a:buNone/>
                      </a:pPr>
                      <a:r>
                        <a:rPr lang="zh-CN" altLang="en-US" sz="1100" dirty="0"/>
                        <a:t>识别了光伏监测数据中不同积雪覆盖类型的特征，评估并改进了 Marion 雪损模型，将绝对损失建模误差从 23% 降至 3%，实现了 97% 的雪损检测率</a:t>
                      </a:r>
                      <a:endParaRPr lang="zh-CN" altLang="en-US" sz="1100" dirty="0"/>
                    </a:p>
                  </a:txBody>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dirty="0">
                <a:ea typeface="+mn-ea"/>
                <a:cs typeface="+mn-ea"/>
              </a:rPr>
              <a:t>文献调研</a:t>
            </a:r>
            <a:endParaRPr lang="zh-CN" dirty="0">
              <a:ea typeface="+mn-ea"/>
              <a:cs typeface="+mn-ea"/>
            </a:endParaRPr>
          </a:p>
        </p:txBody>
      </p:sp>
      <p:sp>
        <p:nvSpPr>
          <p:cNvPr id="3" name="灯片编号占位符 2"/>
          <p:cNvSpPr>
            <a:spLocks noGrp="1"/>
          </p:cNvSpPr>
          <p:nvPr>
            <p:ph type="sldNum" sz="quarter" idx="16"/>
          </p:nvPr>
        </p:nvSpPr>
        <p:spPr>
          <a:xfrm>
            <a:off x="8798481" y="6306040"/>
            <a:ext cx="2743200" cy="365125"/>
          </a:xfrm>
        </p:spPr>
        <p:txBody>
          <a:bodyPr/>
          <a:lstStyle/>
          <a:p>
            <a:fld id="{C79ECAFE-A460-4E13-ABCB-32CAE6136244}" type="slidenum">
              <a:rPr lang="zh-CN" altLang="en-US" smtClean="0"/>
            </a:fld>
            <a:endParaRPr lang="zh-CN" altLang="en-US" dirty="0"/>
          </a:p>
        </p:txBody>
      </p:sp>
      <p:graphicFrame>
        <p:nvGraphicFramePr>
          <p:cNvPr id="14" name="表格 13"/>
          <p:cNvGraphicFramePr/>
          <p:nvPr>
            <p:custDataLst>
              <p:tags r:id="rId1"/>
            </p:custDataLst>
          </p:nvPr>
        </p:nvGraphicFramePr>
        <p:xfrm>
          <a:off x="788477" y="870379"/>
          <a:ext cx="10614715" cy="5312410"/>
        </p:xfrm>
        <a:graphic>
          <a:graphicData uri="http://schemas.openxmlformats.org/drawingml/2006/table">
            <a:tbl>
              <a:tblPr firstRow="1" bandRow="1">
                <a:tableStyleId>{5C22544A-7EE6-4342-B048-85BDC9FD1C3A}</a:tableStyleId>
              </a:tblPr>
              <a:tblGrid>
                <a:gridCol w="1480185"/>
                <a:gridCol w="7045380"/>
                <a:gridCol w="2089150"/>
              </a:tblGrid>
              <a:tr h="312263">
                <a:tc>
                  <a:txBody>
                    <a:bodyPr/>
                    <a:lstStyle/>
                    <a:p>
                      <a:pPr algn="ctr">
                        <a:buNone/>
                      </a:pPr>
                      <a:r>
                        <a:rPr lang="en-US" altLang="zh-CN" sz="1400" dirty="0"/>
                        <a:t>title</a:t>
                      </a:r>
                      <a:endParaRPr lang="zh-CN" altLang="en-US" sz="1400" dirty="0"/>
                    </a:p>
                  </a:txBody>
                  <a:tcPr/>
                </a:tc>
                <a:tc>
                  <a:txBody>
                    <a:bodyPr/>
                    <a:lstStyle/>
                    <a:p>
                      <a:pPr algn="ctr">
                        <a:buNone/>
                      </a:pPr>
                      <a:r>
                        <a:rPr lang="en-US" altLang="zh-CN" sz="1400" dirty="0"/>
                        <a:t>source</a:t>
                      </a:r>
                      <a:endParaRPr lang="zh-CN" altLang="en-US" sz="1400" dirty="0"/>
                    </a:p>
                  </a:txBody>
                  <a:tcPr/>
                </a:tc>
                <a:tc>
                  <a:txBody>
                    <a:bodyPr/>
                    <a:lstStyle/>
                    <a:p>
                      <a:pPr algn="ctr">
                        <a:buNone/>
                      </a:pPr>
                      <a:r>
                        <a:rPr lang="en-US" altLang="zh-CN" sz="1400" dirty="0"/>
                        <a:t>summary</a:t>
                      </a:r>
                      <a:endParaRPr lang="zh-CN" altLang="en-US" sz="1400" dirty="0"/>
                    </a:p>
                  </a:txBody>
                  <a:tcPr/>
                </a:tc>
              </a:tr>
              <a:tr h="923290">
                <a:tc>
                  <a:txBody>
                    <a:bodyPr/>
                    <a:lstStyle/>
                    <a:p>
                      <a:pPr algn="l">
                        <a:buNone/>
                      </a:pPr>
                      <a:r>
                        <a:rPr sz="1100" dirty="0"/>
                        <a:t>Utilizing deep learning towards real-time snow cover detection and energy loss estimation for solar modules</a:t>
                      </a:r>
                      <a:endParaRPr sz="1100" dirty="0"/>
                    </a:p>
                  </a:txBody>
                  <a:tcPr/>
                </a:tc>
                <a:tc>
                  <a:txBody>
                    <a:bodyPr/>
                    <a:lstStyle/>
                    <a:p>
                      <a:r>
                        <a:rPr lang="en-US" altLang="zh-CN" sz="1050" kern="1200">
                          <a:solidFill>
                            <a:schemeClr val="dk1"/>
                          </a:solidFill>
                          <a:effectLst/>
                          <a:latin typeface="+mn-lt"/>
                          <a:ea typeface="+mn-ea"/>
                          <a:cs typeface="+mn-cs"/>
                        </a:rPr>
                        <a:t>M. T. Araji, A. Waqas, R. Ali</a:t>
                      </a:r>
                      <a:endParaRPr lang="en-US" altLang="zh-CN" sz="1050" kern="1200">
                        <a:solidFill>
                          <a:schemeClr val="dk1"/>
                        </a:solidFill>
                        <a:effectLst/>
                        <a:latin typeface="+mn-lt"/>
                        <a:ea typeface="+mn-ea"/>
                        <a:cs typeface="+mn-cs"/>
                      </a:endParaRPr>
                    </a:p>
                    <a:p>
                      <a:r>
                        <a:rPr lang="en-US" altLang="zh-CN" sz="1050" kern="1200">
                          <a:solidFill>
                            <a:schemeClr val="dk1"/>
                          </a:solidFill>
                          <a:effectLst/>
                          <a:latin typeface="+mn-lt"/>
                          <a:ea typeface="+mn-ea"/>
                          <a:cs typeface="+mn-cs"/>
                        </a:rPr>
                        <a:t>Applied Energy 375 (2024) 124201</a:t>
                      </a:r>
                      <a:endParaRPr lang="en-US" altLang="zh-CN" sz="1050" kern="1200">
                        <a:solidFill>
                          <a:schemeClr val="dk1"/>
                        </a:solidFill>
                        <a:effectLst/>
                        <a:latin typeface="+mn-lt"/>
                        <a:ea typeface="+mn-ea"/>
                        <a:cs typeface="+mn-cs"/>
                      </a:endParaRPr>
                    </a:p>
                    <a:p>
                      <a:r>
                        <a:rPr lang="en-US" altLang="zh-CN" sz="1050" kern="1200">
                          <a:solidFill>
                            <a:schemeClr val="dk1"/>
                          </a:solidFill>
                          <a:effectLst/>
                          <a:latin typeface="+mn-lt"/>
                          <a:ea typeface="+mn-ea"/>
                          <a:cs typeface="+mn-cs"/>
                        </a:rPr>
                        <a:t>DOI: 10.1016/j.apenergy.2024.124201</a:t>
                      </a:r>
                      <a:endParaRPr lang="en-US" altLang="zh-CN" sz="1050" kern="1200">
                        <a:solidFill>
                          <a:schemeClr val="dk1"/>
                        </a:solidFill>
                        <a:effectLst/>
                        <a:latin typeface="+mn-lt"/>
                        <a:ea typeface="+mn-ea"/>
                        <a:cs typeface="+mn-cs"/>
                      </a:endParaRPr>
                    </a:p>
                    <a:p>
                      <a:r>
                        <a:rPr lang="en-US" altLang="zh-CN" sz="1050" kern="1200">
                          <a:solidFill>
                            <a:schemeClr val="dk1"/>
                          </a:solidFill>
                          <a:effectLst/>
                          <a:latin typeface="+mn-lt"/>
                          <a:ea typeface="+mn-ea"/>
                          <a:cs typeface="+mn-cs"/>
                        </a:rPr>
                        <a:t>URL: https://www.sciencedirect.com/science/article/pii/S0306261924005743</a:t>
                      </a:r>
                      <a:endParaRPr lang="en-US" altLang="zh-CN" sz="1050" kern="1200">
                        <a:solidFill>
                          <a:schemeClr val="dk1"/>
                        </a:solidFill>
                        <a:effectLst/>
                        <a:latin typeface="+mn-lt"/>
                        <a:ea typeface="+mn-ea"/>
                        <a:cs typeface="+mn-cs"/>
                      </a:endParaRPr>
                    </a:p>
                  </a:txBody>
                  <a:tcPr/>
                </a:tc>
                <a:tc>
                  <a:txBody>
                    <a:bodyPr/>
                    <a:lstStyle/>
                    <a:p>
                      <a:pPr>
                        <a:buNone/>
                      </a:pPr>
                      <a:r>
                        <a:rPr lang="zh-CN" altLang="en-US" sz="1100" dirty="0"/>
                        <a:t>基于 U-Net 深度学习实现光伏组件积雪实时检测，积雪识别精度达81%，能量损失预测误差低于 5%，较传统计算机视觉方法精度提升 44%，为极地光伏积雪实时监测提供技术方案</a:t>
                      </a:r>
                      <a:endParaRPr lang="zh-CN" altLang="en-US" sz="1100" dirty="0"/>
                    </a:p>
                  </a:txBody>
                  <a:tcPr/>
                </a:tc>
              </a:tr>
              <a:tr h="1097280">
                <a:tc>
                  <a:txBody>
                    <a:bodyPr/>
                    <a:lstStyle/>
                    <a:p>
                      <a:pPr>
                        <a:buNone/>
                      </a:pPr>
                      <a:r>
                        <a:rPr lang="zh-CN" altLang="en-US" sz="1100" dirty="0"/>
                        <a:t>Snow loss modeling for solar modules using image processing and deep learning</a:t>
                      </a:r>
                      <a:endParaRPr lang="zh-CN" altLang="en-US" sz="1100" dirty="0"/>
                    </a:p>
                  </a:txBody>
                  <a:tcPr/>
                </a:tc>
                <a:tc>
                  <a:txBody>
                    <a:bodyPr/>
                    <a:lstStyle/>
                    <a:p>
                      <a:r>
                        <a:rPr lang="en-US" altLang="zh-CN" sz="1050" kern="1200">
                          <a:solidFill>
                            <a:schemeClr val="dk1"/>
                          </a:solidFill>
                          <a:effectLst/>
                          <a:latin typeface="+mn-lt"/>
                          <a:ea typeface="+mn-ea"/>
                          <a:cs typeface="+mn-cs"/>
                        </a:rPr>
                        <a:t>X. Zhang, M. T. Araji</a:t>
                      </a:r>
                      <a:endParaRPr lang="en-US" altLang="zh-CN" sz="1050" kern="1200">
                        <a:solidFill>
                          <a:schemeClr val="dk1"/>
                        </a:solidFill>
                        <a:effectLst/>
                        <a:latin typeface="+mn-lt"/>
                        <a:ea typeface="+mn-ea"/>
                        <a:cs typeface="+mn-cs"/>
                      </a:endParaRPr>
                    </a:p>
                    <a:p>
                      <a:r>
                        <a:rPr lang="en-US" altLang="zh-CN" sz="1050" kern="1200">
                          <a:solidFill>
                            <a:schemeClr val="dk1"/>
                          </a:solidFill>
                          <a:effectLst/>
                          <a:latin typeface="+mn-lt"/>
                          <a:ea typeface="+mn-ea"/>
                          <a:cs typeface="+mn-cs"/>
                        </a:rPr>
                        <a:t>Sustainable Energy, Grids and Networks 34 (2023) 101036</a:t>
                      </a:r>
                      <a:endParaRPr lang="en-US" altLang="zh-CN" sz="1050" kern="1200">
                        <a:solidFill>
                          <a:schemeClr val="dk1"/>
                        </a:solidFill>
                        <a:effectLst/>
                        <a:latin typeface="+mn-lt"/>
                        <a:ea typeface="+mn-ea"/>
                        <a:cs typeface="+mn-cs"/>
                      </a:endParaRPr>
                    </a:p>
                    <a:p>
                      <a:r>
                        <a:rPr lang="en-US" altLang="zh-CN" sz="1050" kern="1200">
                          <a:solidFill>
                            <a:schemeClr val="dk1"/>
                          </a:solidFill>
                          <a:effectLst/>
                          <a:latin typeface="+mn-lt"/>
                          <a:ea typeface="+mn-ea"/>
                          <a:cs typeface="+mn-cs"/>
                        </a:rPr>
                        <a:t>DOI: 10.1016/j.segan.2023.101036</a:t>
                      </a:r>
                      <a:endParaRPr lang="en-US" altLang="zh-CN" sz="1050" kern="1200">
                        <a:solidFill>
                          <a:schemeClr val="dk1"/>
                        </a:solidFill>
                        <a:effectLst/>
                        <a:latin typeface="+mn-lt"/>
                        <a:ea typeface="+mn-ea"/>
                        <a:cs typeface="+mn-cs"/>
                      </a:endParaRPr>
                    </a:p>
                    <a:p>
                      <a:r>
                        <a:rPr lang="en-US" altLang="zh-CN" sz="1050" kern="1200">
                          <a:solidFill>
                            <a:schemeClr val="dk1"/>
                          </a:solidFill>
                          <a:effectLst/>
                          <a:latin typeface="+mn-lt"/>
                          <a:ea typeface="+mn-ea"/>
                          <a:cs typeface="+mn-cs"/>
                        </a:rPr>
                        <a:t>URL: https://www.sciencedirect.com/science/article/pii/S2352467723000745</a:t>
                      </a:r>
                      <a:endParaRPr lang="en-US" altLang="zh-CN" sz="1050" kern="1200">
                        <a:solidFill>
                          <a:schemeClr val="dk1"/>
                        </a:solidFill>
                        <a:effectLst/>
                        <a:latin typeface="+mn-lt"/>
                        <a:ea typeface="+mn-ea"/>
                        <a:cs typeface="+mn-cs"/>
                      </a:endParaRPr>
                    </a:p>
                  </a:txBody>
                  <a:tcPr/>
                </a:tc>
                <a:tc>
                  <a:txBody>
                    <a:bodyPr/>
                    <a:lstStyle/>
                    <a:p>
                      <a:pPr>
                        <a:buNone/>
                      </a:pPr>
                      <a:r>
                        <a:rPr lang="zh-CN" altLang="en-US" sz="1100"/>
                        <a:t>提出图像处理 + 深度学习雪损建模方法，采用直接选取 (DS) 与透视变换 (PT) 提取光伏区域，偏差仅0.1%~7.35%；LMB/CNN 模型预测精度 R²≈0.9，积雪覆盖率检测平均误差 2.8%</a:t>
                      </a:r>
                      <a:endParaRPr lang="zh-CN" altLang="en-US" sz="1100"/>
                    </a:p>
                  </a:txBody>
                  <a:tcPr/>
                </a:tc>
              </a:tr>
              <a:tr h="753840">
                <a:tc>
                  <a:txBody>
                    <a:bodyPr/>
                    <a:lstStyle/>
                    <a:p>
                      <a:pPr>
                        <a:buNone/>
                      </a:pPr>
                      <a:r>
                        <a:rPr lang="zh-CN" altLang="en-US" sz="1100"/>
                        <a:t>Remote sensing compatible snow loss modelling for PV power simulations</a:t>
                      </a:r>
                      <a:endParaRPr lang="zh-CN" altLang="en-US" sz="1100"/>
                    </a:p>
                  </a:txBody>
                  <a:tcPr/>
                </a:tc>
                <a:tc>
                  <a:txBody>
                    <a:bodyPr/>
                    <a:lstStyle/>
                    <a:p>
                      <a:pPr indent="127000" algn="just">
                        <a:lnSpc>
                          <a:spcPct val="127000"/>
                        </a:lnSpc>
                      </a:pPr>
                      <a:r>
                        <a:rPr lang="en-US" sz="1050">
                          <a:effectLst/>
                          <a:latin typeface="+mj-lt"/>
                          <a:ea typeface="宋体" panose="02010600030101010101" pitchFamily="2" charset="-122"/>
                          <a:cs typeface="Times New Roman" panose="02020603050405020304" pitchFamily="18" charset="0"/>
                        </a:rPr>
                        <a:t>G. Öhgren, L. Molin, M. Lindh, D. Lingfors, J. Lindahl</a:t>
                      </a:r>
                      <a:endParaRPr lang="en-US" sz="1050">
                        <a:effectLst/>
                        <a:latin typeface="+mj-lt"/>
                        <a:ea typeface="宋体" panose="02010600030101010101" pitchFamily="2" charset="-122"/>
                        <a:cs typeface="Times New Roman" panose="02020603050405020304" pitchFamily="18" charset="0"/>
                      </a:endParaRPr>
                    </a:p>
                    <a:p>
                      <a:pPr indent="127000" algn="just">
                        <a:lnSpc>
                          <a:spcPct val="127000"/>
                        </a:lnSpc>
                      </a:pPr>
                      <a:r>
                        <a:rPr lang="en-US" sz="1050">
                          <a:effectLst/>
                          <a:latin typeface="+mj-lt"/>
                          <a:ea typeface="宋体" panose="02010600030101010101" pitchFamily="2" charset="-122"/>
                          <a:cs typeface="Times New Roman" panose="02020603050405020304" pitchFamily="18" charset="0"/>
                        </a:rPr>
                        <a:t>Solar Energy 303 (2026) 114132</a:t>
                      </a:r>
                      <a:endParaRPr lang="en-US" sz="1050">
                        <a:effectLst/>
                        <a:latin typeface="+mj-lt"/>
                        <a:ea typeface="宋体" panose="02010600030101010101" pitchFamily="2" charset="-122"/>
                        <a:cs typeface="Times New Roman" panose="02020603050405020304" pitchFamily="18" charset="0"/>
                      </a:endParaRPr>
                    </a:p>
                    <a:p>
                      <a:pPr indent="127000" algn="just">
                        <a:lnSpc>
                          <a:spcPct val="127000"/>
                        </a:lnSpc>
                      </a:pPr>
                      <a:r>
                        <a:rPr lang="en-US" sz="1050">
                          <a:effectLst/>
                          <a:latin typeface="+mj-lt"/>
                          <a:ea typeface="宋体" panose="02010600030101010101" pitchFamily="2" charset="-122"/>
                          <a:cs typeface="Times New Roman" panose="02020603050405020304" pitchFamily="18" charset="0"/>
                        </a:rPr>
                        <a:t>DOI: 10.1016/j.solener.2025.114132</a:t>
                      </a:r>
                      <a:endParaRPr lang="en-US" sz="1050">
                        <a:effectLst/>
                        <a:latin typeface="+mj-lt"/>
                        <a:ea typeface="宋体" panose="02010600030101010101" pitchFamily="2" charset="-122"/>
                        <a:cs typeface="Times New Roman" panose="02020603050405020304" pitchFamily="18" charset="0"/>
                      </a:endParaRPr>
                    </a:p>
                    <a:p>
                      <a:pPr indent="127000" algn="just">
                        <a:lnSpc>
                          <a:spcPct val="127000"/>
                        </a:lnSpc>
                      </a:pPr>
                      <a:r>
                        <a:rPr lang="en-US" sz="1050">
                          <a:effectLst/>
                          <a:latin typeface="+mj-lt"/>
                          <a:ea typeface="宋体" panose="02010600030101010101" pitchFamily="2" charset="-122"/>
                          <a:cs typeface="Times New Roman" panose="02020603050405020304" pitchFamily="18" charset="0"/>
                        </a:rPr>
                        <a:t>URL: https://www.sciencedirect.com/science/article/pii/S0038092X25008196</a:t>
                      </a:r>
                      <a:endParaRPr lang="en-US" sz="1050">
                        <a:effectLst/>
                        <a:latin typeface="+mj-lt"/>
                        <a:ea typeface="宋体" panose="02010600030101010101" pitchFamily="2" charset="-122"/>
                        <a:cs typeface="Times New Roman" panose="02020603050405020304" pitchFamily="18" charset="0"/>
                      </a:endParaRPr>
                    </a:p>
                  </a:txBody>
                  <a:tcPr marL="68580" marR="68580" marT="0" marB="0"/>
                </a:tc>
                <a:tc>
                  <a:txBody>
                    <a:bodyPr/>
                    <a:lstStyle/>
                    <a:p>
                      <a:pPr>
                        <a:buNone/>
                      </a:pPr>
                      <a:r>
                        <a:rPr lang="zh-CN" altLang="en-US" sz="1100"/>
                        <a:t>构建适配遥感输入的通用雪损模型，改进 Marion 模型并融合 LiDAR / 卫星数据，仿真计算速度提升99%，40 个光伏系统逐时功率仿真 pRMSE 仅 5.7%，适用于极地大规模光伏阵列雪损快速计算</a:t>
                      </a:r>
                      <a:endParaRPr lang="zh-CN" altLang="en-US" sz="1100"/>
                    </a:p>
                  </a:txBody>
                  <a:tcPr/>
                </a:tc>
              </a:tr>
              <a:tr h="1205563">
                <a:tc>
                  <a:txBody>
                    <a:bodyPr/>
                    <a:lstStyle/>
                    <a:p>
                      <a:pPr>
                        <a:buNone/>
                      </a:pPr>
                      <a:r>
                        <a:rPr sz="1100"/>
                        <a:t>Snow impact on PV performance: Assessing the zero-output challenge in cold areas</a:t>
                      </a:r>
                      <a:endParaRPr sz="1100"/>
                    </a:p>
                  </a:txBody>
                  <a:tcPr/>
                </a:tc>
                <a:tc>
                  <a:txBody>
                    <a:bodyPr/>
                    <a:lstStyle/>
                    <a:p>
                      <a:pPr indent="127000" algn="just">
                        <a:lnSpc>
                          <a:spcPct val="127000"/>
                        </a:lnSpc>
                      </a:pPr>
                      <a:r>
                        <a:rPr lang="en-US" sz="1050">
                          <a:effectLst/>
                          <a:latin typeface="+mj-lt"/>
                          <a:ea typeface="宋体" panose="02010600030101010101" pitchFamily="2" charset="-122"/>
                          <a:cs typeface="Times New Roman" panose="02020603050405020304" pitchFamily="18" charset="0"/>
                        </a:rPr>
                        <a:t>D. Dahlioui, M. B. Øgaard, A. G. Imenes</a:t>
                      </a:r>
                      <a:endParaRPr lang="en-US" sz="1050">
                        <a:effectLst/>
                        <a:latin typeface="+mj-lt"/>
                        <a:ea typeface="宋体" panose="02010600030101010101" pitchFamily="2" charset="-122"/>
                        <a:cs typeface="Times New Roman" panose="02020603050405020304" pitchFamily="18" charset="0"/>
                      </a:endParaRPr>
                    </a:p>
                    <a:p>
                      <a:pPr indent="127000" algn="just">
                        <a:lnSpc>
                          <a:spcPct val="127000"/>
                        </a:lnSpc>
                      </a:pPr>
                      <a:r>
                        <a:rPr lang="en-US" sz="1050">
                          <a:effectLst/>
                          <a:latin typeface="+mj-lt"/>
                          <a:ea typeface="宋体" panose="02010600030101010101" pitchFamily="2" charset="-122"/>
                          <a:cs typeface="Times New Roman" panose="02020603050405020304" pitchFamily="18" charset="0"/>
                        </a:rPr>
                        <a:t>Renewable and Sustainable Energy Reviews 213 (2025) 115468</a:t>
                      </a:r>
                      <a:endParaRPr lang="en-US" sz="1050">
                        <a:effectLst/>
                        <a:latin typeface="+mj-lt"/>
                        <a:ea typeface="宋体" panose="02010600030101010101" pitchFamily="2" charset="-122"/>
                        <a:cs typeface="Times New Roman" panose="02020603050405020304" pitchFamily="18" charset="0"/>
                      </a:endParaRPr>
                    </a:p>
                    <a:p>
                      <a:pPr indent="127000" algn="just">
                        <a:lnSpc>
                          <a:spcPct val="127000"/>
                        </a:lnSpc>
                      </a:pPr>
                      <a:r>
                        <a:rPr lang="en-US" sz="1050">
                          <a:effectLst/>
                          <a:latin typeface="+mj-lt"/>
                          <a:ea typeface="宋体" panose="02010600030101010101" pitchFamily="2" charset="-122"/>
                          <a:cs typeface="Times New Roman" panose="02020603050405020304" pitchFamily="18" charset="0"/>
                        </a:rPr>
                        <a:t>DOI: 10.1016/j.rser.2025.115468</a:t>
                      </a:r>
                      <a:endParaRPr lang="en-US" sz="1050">
                        <a:effectLst/>
                        <a:latin typeface="+mj-lt"/>
                        <a:ea typeface="宋体" panose="02010600030101010101" pitchFamily="2" charset="-122"/>
                        <a:cs typeface="Times New Roman" panose="02020603050405020304" pitchFamily="18" charset="0"/>
                      </a:endParaRPr>
                    </a:p>
                    <a:p>
                      <a:pPr indent="127000" algn="just">
                        <a:lnSpc>
                          <a:spcPct val="127000"/>
                        </a:lnSpc>
                      </a:pPr>
                      <a:r>
                        <a:rPr lang="en-US" sz="1050">
                          <a:effectLst/>
                          <a:latin typeface="+mj-lt"/>
                          <a:ea typeface="宋体" panose="02010600030101010101" pitchFamily="2" charset="-122"/>
                          <a:cs typeface="Times New Roman" panose="02020603050405020304" pitchFamily="18" charset="0"/>
                        </a:rPr>
                        <a:t>URL: https://www.sciencedirect.com/science/article/pii/S1364032125001257</a:t>
                      </a:r>
                      <a:endParaRPr lang="en-US" sz="1050">
                        <a:effectLst/>
                        <a:latin typeface="+mj-lt"/>
                        <a:ea typeface="宋体" panose="02010600030101010101" pitchFamily="2" charset="-122"/>
                        <a:cs typeface="Times New Roman" panose="02020603050405020304" pitchFamily="18" charset="0"/>
                      </a:endParaRPr>
                    </a:p>
                  </a:txBody>
                  <a:tcPr marL="68580" marR="68580" marT="0" marB="0"/>
                </a:tc>
                <a:tc>
                  <a:txBody>
                    <a:bodyPr/>
                    <a:lstStyle/>
                    <a:p>
                      <a:pPr>
                        <a:buNone/>
                      </a:pPr>
                      <a:r>
                        <a:rPr lang="zh-CN" altLang="en-US" sz="1100" dirty="0"/>
                        <a:t>系统综述寒冷地区积雪致光伏 “零输出” 问题，分类可控 / 不可控雪损影响因素，证实双面组件年雪损仅 2%（单面 16%），为极地光伏抗雪设计与雪损模型优化提供理论框架</a:t>
                      </a:r>
                      <a:endParaRPr lang="zh-CN" altLang="en-US" sz="1100" dirty="0"/>
                    </a:p>
                  </a:txBody>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4.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5.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6.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7.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8.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9.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0.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1.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2.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3.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4.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5.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6.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7.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8.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19.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0.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1.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2.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3.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4.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5.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6.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7.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8.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29.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0.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1.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2.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3.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4.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5.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6.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7.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8.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39.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40.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41.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42.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43.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44.xml><?xml version="1.0" encoding="utf-8"?>
<p:tagLst xmlns:p="http://schemas.openxmlformats.org/presentationml/2006/main">
  <p:tag name="KSO_WM_DIAGRAM_VIRTUALLY_FRAME" val="{&quot;height&quot;:355.63850393700784,&quot;left&quot;:461.8029921259842,&quot;top&quot;:60.41779527559055,&quot;width&quot;:462.2970078740158}"/>
</p:tagLst>
</file>

<file path=ppt/tags/tag45.xml><?xml version="1.0" encoding="utf-8"?>
<p:tagLst xmlns:p="http://schemas.openxmlformats.org/presentationml/2006/main">
  <p:tag name="TABLE_ENDDRAG_ORIGIN_RECT" val="571*388"/>
  <p:tag name="TABLE_ENDDRAG_RECT" val="335*144*571*388"/>
</p:tagLst>
</file>

<file path=ppt/tags/tag46.xml><?xml version="1.0" encoding="utf-8"?>
<p:tagLst xmlns:p="http://schemas.openxmlformats.org/presentationml/2006/main">
  <p:tag name="KSO_WM_DIAGRAM_VIRTUALLY_FRAME" val="{&quot;height&quot;:394.7612598425197,&quot;left&quot;:40.6,&quot;top&quot;:140.15,&quot;width&quot;:877.45}"/>
</p:tagLst>
</file>

<file path=ppt/tags/tag47.xml><?xml version="1.0" encoding="utf-8"?>
<p:tagLst xmlns:p="http://schemas.openxmlformats.org/presentationml/2006/main">
  <p:tag name="KSO_WM_DIAGRAM_VIRTUALLY_FRAME" val="{&quot;height&quot;:394.7612598425197,&quot;left&quot;:40.6,&quot;top&quot;:140.15,&quot;width&quot;:877.45}"/>
</p:tagLst>
</file>

<file path=ppt/tags/tag48.xml><?xml version="1.0" encoding="utf-8"?>
<p:tagLst xmlns:p="http://schemas.openxmlformats.org/presentationml/2006/main">
  <p:tag name="KSO_WM_DIAGRAM_VIRTUALLY_FRAME" val="{&quot;height&quot;:394.7612598425197,&quot;left&quot;:40.6,&quot;top&quot;:140.15,&quot;width&quot;:877.45}"/>
</p:tagLst>
</file>

<file path=ppt/tags/tag49.xml><?xml version="1.0" encoding="utf-8"?>
<p:tagLst xmlns:p="http://schemas.openxmlformats.org/presentationml/2006/main">
  <p:tag name="KSO_WM_DIAGRAM_VIRTUALLY_FRAME" val="{&quot;height&quot;:394.7612598425197,&quot;left&quot;:40.6,&quot;top&quot;:140.15,&quot;width&quot;:877.45}"/>
</p:tagLst>
</file>

<file path=ppt/tags/tag50.xml><?xml version="1.0" encoding="utf-8"?>
<p:tagLst xmlns:p="http://schemas.openxmlformats.org/presentationml/2006/main">
  <p:tag name="KSO_WM_DIAGRAM_VIRTUALLY_FRAME" val="{&quot;height&quot;:394.7612598425197,&quot;left&quot;:40.6,&quot;top&quot;:140.15,&quot;width&quot;:877.45}"/>
</p:tagLst>
</file>

<file path=ppt/tags/tag51.xml><?xml version="1.0" encoding="utf-8"?>
<p:tagLst xmlns:p="http://schemas.openxmlformats.org/presentationml/2006/main">
  <p:tag name="KSO_WM_DIAGRAM_VIRTUALLY_FRAME" val="{&quot;height&quot;:394.7612598425197,&quot;left&quot;:40.6,&quot;top&quot;:140.15,&quot;width&quot;:877.45}"/>
</p:tagLst>
</file>

<file path=ppt/tags/tag52.xml><?xml version="1.0" encoding="utf-8"?>
<p:tagLst xmlns:p="http://schemas.openxmlformats.org/presentationml/2006/main">
  <p:tag name="KSO_WM_DIAGRAM_VIRTUALLY_FRAME" val="{&quot;height&quot;:394.7612598425197,&quot;left&quot;:40.6,&quot;top&quot;:140.15,&quot;width&quot;:877.45}"/>
</p:tagLst>
</file>

<file path=ppt/tags/tag53.xml><?xml version="1.0" encoding="utf-8"?>
<p:tagLst xmlns:p="http://schemas.openxmlformats.org/presentationml/2006/main">
  <p:tag name="KSO_WM_DIAGRAM_VIRTUALLY_FRAME" val="{&quot;height&quot;:394.7612598425197,&quot;left&quot;:40.6,&quot;top&quot;:140.15,&quot;width&quot;:877.45}"/>
</p:tagLst>
</file>

<file path=ppt/tags/tag54.xml><?xml version="1.0" encoding="utf-8"?>
<p:tagLst xmlns:p="http://schemas.openxmlformats.org/presentationml/2006/main">
  <p:tag name="KSO_WM_DIAGRAM_VIRTUALLY_FRAME" val="{&quot;height&quot;:394.7612598425197,&quot;left&quot;:40.6,&quot;top&quot;:140.15,&quot;width&quot;:877.45}"/>
</p:tagLst>
</file>

<file path=ppt/tags/tag55.xml><?xml version="1.0" encoding="utf-8"?>
<p:tagLst xmlns:p="http://schemas.openxmlformats.org/presentationml/2006/main">
  <p:tag name="KSO_WM_DIAGRAM_VIRTUALLY_FRAME" val="{&quot;height&quot;:394.7612598425197,&quot;left&quot;:40.6,&quot;top&quot;:140.15,&quot;width&quot;:877.45}"/>
</p:tagLst>
</file>

<file path=ppt/tags/tag56.xml><?xml version="1.0" encoding="utf-8"?>
<p:tagLst xmlns:p="http://schemas.openxmlformats.org/presentationml/2006/main">
  <p:tag name="KSO_WM_DIAGRAM_VIRTUALLY_FRAME" val="{&quot;height&quot;:394.7612598425197,&quot;left&quot;:40.6,&quot;top&quot;:140.15,&quot;width&quot;:877.45}"/>
</p:tagLst>
</file>

<file path=ppt/tags/tag57.xml><?xml version="1.0" encoding="utf-8"?>
<p:tagLst xmlns:p="http://schemas.openxmlformats.org/presentationml/2006/main">
  <p:tag name="KSO_WM_DIAGRAM_VIRTUALLY_FRAME" val="{&quot;height&quot;:394.7612598425197,&quot;left&quot;:40.6,&quot;top&quot;:140.15,&quot;width&quot;:877.45}"/>
</p:tagLst>
</file>

<file path=ppt/tags/tag58.xml><?xml version="1.0" encoding="utf-8"?>
<p:tagLst xmlns:p="http://schemas.openxmlformats.org/presentationml/2006/main">
  <p:tag name="KSO_WM_DIAGRAM_VIRTUALLY_FRAME" val="{&quot;height&quot;:394.7612598425197,&quot;left&quot;:40.6,&quot;top&quot;:140.15,&quot;width&quot;:877.45}"/>
</p:tagLst>
</file>

<file path=ppt/tags/tag59.xml><?xml version="1.0" encoding="utf-8"?>
<p:tagLst xmlns:p="http://schemas.openxmlformats.org/presentationml/2006/main">
  <p:tag name="KSO_WM_DIAGRAM_VIRTUALLY_FRAME" val="{&quot;height&quot;:394.7612598425197,&quot;left&quot;:40.6,&quot;top&quot;:140.15,&quot;width&quot;:877.45}"/>
</p:tagLst>
</file>

<file path=ppt/tags/tag60.xml><?xml version="1.0" encoding="utf-8"?>
<p:tagLst xmlns:p="http://schemas.openxmlformats.org/presentationml/2006/main">
  <p:tag name="KSO_WM_DIAGRAM_VIRTUALLY_FRAME" val="{&quot;height&quot;:394.7612598425197,&quot;left&quot;:40.6,&quot;top&quot;:140.15,&quot;width&quot;:877.45}"/>
</p:tagLst>
</file>

<file path=ppt/tags/tag61.xml><?xml version="1.0" encoding="utf-8"?>
<p:tagLst xmlns:p="http://schemas.openxmlformats.org/presentationml/2006/main">
  <p:tag name="KSO_WM_DIAGRAM_VIRTUALLY_FRAME" val="{&quot;height&quot;:394.7612598425197,&quot;left&quot;:40.6,&quot;top&quot;:140.15,&quot;width&quot;:877.45}"/>
</p:tagLst>
</file>

<file path=ppt/tags/tag62.xml><?xml version="1.0" encoding="utf-8"?>
<p:tagLst xmlns:p="http://schemas.openxmlformats.org/presentationml/2006/main">
  <p:tag name="KSO_WM_DIAGRAM_VIRTUALLY_FRAME" val="{&quot;height&quot;:329.11015748031497,&quot;left&quot;:499.0636220472441,&quot;top&quot;:121.44488188976376,&quot;width&quot;:407.9363779527559}"/>
</p:tagLst>
</file>

<file path=ppt/tags/tag63.xml><?xml version="1.0" encoding="utf-8"?>
<p:tagLst xmlns:p="http://schemas.openxmlformats.org/presentationml/2006/main">
  <p:tag name="KSO_WM_DIAGRAM_VIRTUALLY_FRAME" val="{&quot;height&quot;:278.5820472440945,&quot;left&quot;:81.25,&quot;top&quot;:120.31795275590551,&quot;width&quot;:823.4284251968504}"/>
</p:tagLst>
</file>

<file path=ppt/tags/tag64.xml><?xml version="1.0" encoding="utf-8"?>
<p:tagLst xmlns:p="http://schemas.openxmlformats.org/presentationml/2006/main">
  <p:tag name="KSO_WM_DIAGRAM_VIRTUALLY_FRAME" val="{&quot;height&quot;:278.5820472440945,&quot;left&quot;:81.25,&quot;top&quot;:120.31795275590551,&quot;width&quot;:823.4284251968504}"/>
</p:tagLst>
</file>

<file path=ppt/tags/tag65.xml><?xml version="1.0" encoding="utf-8"?>
<p:tagLst xmlns:p="http://schemas.openxmlformats.org/presentationml/2006/main">
  <p:tag name="KSO_WM_DIAGRAM_VIRTUALLY_FRAME" val="{&quot;height&quot;:278.5820472440945,&quot;left&quot;:81.25,&quot;top&quot;:120.31795275590551,&quot;width&quot;:823.4284251968504}"/>
</p:tagLst>
</file>

<file path=ppt/tags/tag66.xml><?xml version="1.0" encoding="utf-8"?>
<p:tagLst xmlns:p="http://schemas.openxmlformats.org/presentationml/2006/main">
  <p:tag name="KSO_WM_DIAGRAM_VIRTUALLY_FRAME" val="{&quot;height&quot;:278.5820472440945,&quot;left&quot;:81.25,&quot;top&quot;:120.31795275590551,&quot;width&quot;:823.4284251968504}"/>
</p:tagLst>
</file>

<file path=ppt/tags/tag67.xml><?xml version="1.0" encoding="utf-8"?>
<p:tagLst xmlns:p="http://schemas.openxmlformats.org/presentationml/2006/main">
  <p:tag name="KSO_WM_DIAGRAM_VIRTUALLY_FRAME" val="{&quot;height&quot;:278.5820472440945,&quot;left&quot;:81.25,&quot;top&quot;:120.31795275590551,&quot;width&quot;:823.4284251968504}"/>
</p:tagLst>
</file>

<file path=ppt/tags/tag68.xml><?xml version="1.0" encoding="utf-8"?>
<p:tagLst xmlns:p="http://schemas.openxmlformats.org/presentationml/2006/main">
  <p:tag name="KSO_WM_DIAGRAM_VIRTUALLY_FRAME" val="{&quot;height&quot;:278.5820472440945,&quot;left&quot;:81.25,&quot;top&quot;:120.31795275590551,&quot;width&quot;:823.4284251968504}"/>
</p:tagLst>
</file>

<file path=ppt/tags/tag69.xml><?xml version="1.0" encoding="utf-8"?>
<p:tagLst xmlns:p="http://schemas.openxmlformats.org/presentationml/2006/main">
  <p:tag name="KSO_WM_DIAGRAM_VIRTUALLY_FRAME" val="{&quot;height&quot;:278.5820472440945,&quot;left&quot;:81.25,&quot;top&quot;:120.31795275590551,&quot;width&quot;:823.4284251968504}"/>
</p:tagLst>
</file>

<file path=ppt/tags/tag70.xml><?xml version="1.0" encoding="utf-8"?>
<p:tagLst xmlns:p="http://schemas.openxmlformats.org/presentationml/2006/main">
  <p:tag name="KSO_WM_DIAGRAM_VIRTUALLY_FRAME" val="{&quot;height&quot;:278.5820472440945,&quot;left&quot;:81.25,&quot;top&quot;:120.31795275590551,&quot;width&quot;:823.4284251968504}"/>
</p:tagLst>
</file>

<file path=ppt/tags/tag71.xml><?xml version="1.0" encoding="utf-8"?>
<p:tagLst xmlns:p="http://schemas.openxmlformats.org/presentationml/2006/main">
  <p:tag name="KSO_WM_DIAGRAM_VIRTUALLY_FRAME" val="{&quot;height&quot;:278.5820472440945,&quot;left&quot;:81.25,&quot;top&quot;:120.31795275590551,&quot;width&quot;:823.4284251968504}"/>
</p:tagLst>
</file>

<file path=ppt/tags/tag72.xml><?xml version="1.0" encoding="utf-8"?>
<p:tagLst xmlns:p="http://schemas.openxmlformats.org/presentationml/2006/main">
  <p:tag name="KSO_WM_DIAGRAM_VIRTUALLY_FRAME" val="{&quot;height&quot;:278.5820472440945,&quot;left&quot;:81.25,&quot;top&quot;:120.31795275590551,&quot;width&quot;:823.4284251968504}"/>
</p:tagLst>
</file>

<file path=ppt/tags/tag73.xml><?xml version="1.0" encoding="utf-8"?>
<p:tagLst xmlns:p="http://schemas.openxmlformats.org/presentationml/2006/main">
  <p:tag name="KSO_WM_DIAGRAM_VIRTUALLY_FRAME" val="{&quot;height&quot;:278.5820472440945,&quot;left&quot;:81.25,&quot;top&quot;:120.31795275590551,&quot;width&quot;:823.4284251968504}"/>
</p:tagLst>
</file>

<file path=ppt/tags/tag74.xml><?xml version="1.0" encoding="utf-8"?>
<p:tagLst xmlns:p="http://schemas.openxmlformats.org/presentationml/2006/main">
  <p:tag name="KSO_WM_DIAGRAM_VIRTUALLY_FRAME" val="{&quot;height&quot;:278.5820472440945,&quot;left&quot;:81.25,&quot;top&quot;:120.31795275590551,&quot;width&quot;:823.4284251968504}"/>
</p:tagLst>
</file>

<file path=ppt/tags/tag75.xml><?xml version="1.0" encoding="utf-8"?>
<p:tagLst xmlns:p="http://schemas.openxmlformats.org/presentationml/2006/main">
  <p:tag name="TABLE_ENDDRAG_ORIGIN_RECT" val="841*578"/>
  <p:tag name="TABLE_ENDDRAG_RECT" val="30*43*841*578"/>
</p:tagLst>
</file>

<file path=ppt/tags/tag76.xml><?xml version="1.0" encoding="utf-8"?>
<p:tagLst xmlns:p="http://schemas.openxmlformats.org/presentationml/2006/main">
  <p:tag name="TABLE_ENDDRAG_ORIGIN_RECT" val="776*361"/>
  <p:tag name="TABLE_ENDDRAG_RECT" val="73*121*776*361"/>
</p:tagLst>
</file>

<file path=ppt/tags/tag77.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 name="COMMONDATA" val="eyJoZGlkIjoiZmY5M2Y3NjZhZjVkYTFiNDRmNzM0MDg5N2FjODU5N2EifQ=="/>
</p:tagLst>
</file>

<file path=ppt/theme/theme1.xml><?xml version="1.0" encoding="utf-8"?>
<a:theme xmlns:a="http://schemas.openxmlformats.org/drawingml/2006/main" name="Office 主题​​">
  <a:themeElements>
    <a:clrScheme name="SEU">
      <a:dk1>
        <a:sysClr val="windowText" lastClr="000000"/>
      </a:dk1>
      <a:lt1>
        <a:sysClr val="window" lastClr="FFFFFF"/>
      </a:lt1>
      <a:dk2>
        <a:srgbClr val="44546A"/>
      </a:dk2>
      <a:lt2>
        <a:srgbClr val="E3E1DD"/>
      </a:lt2>
      <a:accent1>
        <a:srgbClr val="445437"/>
      </a:accent1>
      <a:accent2>
        <a:srgbClr val="FFCC00"/>
      </a:accent2>
      <a:accent3>
        <a:srgbClr val="2872A1"/>
      </a:accent3>
      <a:accent4>
        <a:srgbClr val="FCB322"/>
      </a:accent4>
      <a:accent5>
        <a:srgbClr val="EA6C00"/>
      </a:accent5>
      <a:accent6>
        <a:srgbClr val="70AD47"/>
      </a:accent6>
      <a:hlink>
        <a:srgbClr val="0563C1"/>
      </a:hlink>
      <a:folHlink>
        <a:srgbClr val="954F72"/>
      </a:folHlink>
    </a:clrScheme>
    <a:fontScheme name="htvr4vcz">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a:no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6485</Words>
  <Application>WPS 演示</Application>
  <PresentationFormat>宽屏</PresentationFormat>
  <Paragraphs>427</Paragraphs>
  <Slides>23</Slides>
  <Notes>13</Notes>
  <HiddenSlides>0</HiddenSlides>
  <MMClips>2</MMClips>
  <ScaleCrop>false</ScaleCrop>
  <HeadingPairs>
    <vt:vector size="6" baseType="variant">
      <vt:variant>
        <vt:lpstr>已用的字体</vt:lpstr>
      </vt:variant>
      <vt:variant>
        <vt:i4>29</vt:i4>
      </vt:variant>
      <vt:variant>
        <vt:lpstr>主题</vt:lpstr>
      </vt:variant>
      <vt:variant>
        <vt:i4>2</vt:i4>
      </vt:variant>
      <vt:variant>
        <vt:lpstr>幻灯片标题</vt:lpstr>
      </vt:variant>
      <vt:variant>
        <vt:i4>23</vt:i4>
      </vt:variant>
    </vt:vector>
  </HeadingPairs>
  <TitlesOfParts>
    <vt:vector size="54" baseType="lpstr">
      <vt:lpstr>Arial</vt:lpstr>
      <vt:lpstr>宋体</vt:lpstr>
      <vt:lpstr>Wingdings</vt:lpstr>
      <vt:lpstr>Arial</vt:lpstr>
      <vt:lpstr>微软雅黑</vt:lpstr>
      <vt:lpstr>Calibri</vt:lpstr>
      <vt:lpstr>等线</vt:lpstr>
      <vt:lpstr>Segoe UI</vt:lpstr>
      <vt:lpstr>Segoe UI Light</vt:lpstr>
      <vt:lpstr>庞门正道标题体免费版</vt:lpstr>
      <vt:lpstr>Verdana</vt:lpstr>
      <vt:lpstr>OPPOSans R</vt:lpstr>
      <vt:lpstr>Alimama ShuHeiTi</vt:lpstr>
      <vt:lpstr>华文楷体</vt:lpstr>
      <vt:lpstr>Microsoft JhengHei UI Light</vt:lpstr>
      <vt:lpstr>华文行楷</vt:lpstr>
      <vt:lpstr>Times New Roman</vt:lpstr>
      <vt:lpstr>Arial Unicode MS</vt:lpstr>
      <vt:lpstr>Segoe Print</vt:lpstr>
      <vt:lpstr>Century Gothic</vt:lpstr>
      <vt:lpstr>Alimama ShuHeiTi</vt:lpstr>
      <vt:lpstr>Calibri</vt:lpstr>
      <vt:lpstr>OPPOSans R</vt:lpstr>
      <vt:lpstr>Segoe UI</vt:lpstr>
      <vt:lpstr>Segoe UI Light</vt:lpstr>
      <vt:lpstr>Wingdings</vt:lpstr>
      <vt:lpstr>潇洒标题体</vt:lpstr>
      <vt:lpstr>Radam</vt:lpstr>
      <vt:lpstr>方正公文楷体</vt:lpstr>
      <vt:lpstr>Office 主题​​</vt:lpstr>
      <vt:lpstr>2_OfficePLUS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GTD0402</dc:creator>
  <cp:lastModifiedBy>王长明</cp:lastModifiedBy>
  <cp:revision>211</cp:revision>
  <dcterms:created xsi:type="dcterms:W3CDTF">2019-03-11T14:11:00Z</dcterms:created>
  <dcterms:modified xsi:type="dcterms:W3CDTF">2026-04-27T12:14:55Z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2019-04-12T02:41:52.0160681Z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69373f4c-3b11-4ae9-a932-ee563e5098c6</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KSOProductBuildVer">
    <vt:lpwstr>2052-12.1.0.25865</vt:lpwstr>
  </property>
  <property fmtid="{D5CDD505-2E9C-101B-9397-08002B2CF9AE}" pid="12" name="ICV">
    <vt:lpwstr>9C13AA3E67BF48329239714F44AD5FA8_13</vt:lpwstr>
  </property>
</Properties>
</file>